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73" r:id="rId4"/>
    <p:sldId id="265" r:id="rId5"/>
    <p:sldId id="274" r:id="rId6"/>
    <p:sldId id="266" r:id="rId7"/>
    <p:sldId id="275" r:id="rId8"/>
    <p:sldId id="267" r:id="rId9"/>
    <p:sldId id="276" r:id="rId10"/>
    <p:sldId id="268" r:id="rId11"/>
    <p:sldId id="277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19" autoAdjust="0"/>
    <p:restoredTop sz="94660"/>
  </p:normalViewPr>
  <p:slideViewPr>
    <p:cSldViewPr snapToGrid="0">
      <p:cViewPr>
        <p:scale>
          <a:sx n="75" d="100"/>
          <a:sy n="75" d="100"/>
        </p:scale>
        <p:origin x="85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E0DA2-FDA2-26C9-5B90-35ED9B27A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5DC236-2802-E3F2-1D43-C7272D388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0290F0-7CFE-9626-E8DE-8164F3FF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6F11-E3E5-4914-881C-CE8132B62590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53AE24-C76D-2B80-2155-42DF50F03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33C1D0-A0BB-AD97-317C-650040736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2FA-D3F2-4F97-908E-5BC96711A8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283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B034B3-420D-0065-3A85-4103AF4BC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E70334-F6F4-52AF-D240-727C9CAF4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168A11-2FC6-45D3-58EA-DDF970D27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6F11-E3E5-4914-881C-CE8132B62590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3BF9EA-FEBC-DC9C-1B93-5DABA71DB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9AEC39-3791-E95C-5EFD-89B641FDF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2FA-D3F2-4F97-908E-5BC96711A8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458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448C7C-7680-D4E6-B8C4-93B1DD100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A61BD3-9782-AA45-8783-46A636234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2B7917-1E31-4CB7-3A62-66EC1262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6F11-E3E5-4914-881C-CE8132B62590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ED18DE-36E7-5560-C5E2-A7C6E0424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BE8D0C-22B6-C9F5-7118-8281FEC8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2FA-D3F2-4F97-908E-5BC96711A8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71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0AEB4-A8AC-926D-D5D2-9D2157DA6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01C583-078A-3145-8626-B5C2D34B4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CD4152-0854-85E9-1A13-FC061620F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0AEF87-7B18-AC1D-BF6A-B1717CE14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6F11-E3E5-4914-881C-CE8132B62590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7369AF-C36D-A3DB-247E-F14456ED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F66D8D-9289-F9EE-88A9-7AB420C4F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2FA-D3F2-4F97-908E-5BC96711A8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129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A28E2-0ABA-49F7-7257-C26BA8A5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B12192-CE64-202B-7DC2-103CCED9D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1B9B5D-B251-AFC6-A64D-183051BAD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77DE727-9615-6ED0-2BCA-7E8632D8C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F829A1C-A301-ABEC-64AF-FED64C0172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6D4097-C20E-BAD0-E1FB-18B4602A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6F11-E3E5-4914-881C-CE8132B62590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6C66F1-D44E-16F9-197E-C88263189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7F4ED92-AE30-8A33-A86A-99DE3E09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2FA-D3F2-4F97-908E-5BC96711A8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86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84258-B7CE-B8A5-2680-A22ED554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040C38-8633-576D-9970-AF158F5B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6F11-E3E5-4914-881C-CE8132B62590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7864F9-0183-97BC-06AA-86ED02447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F32567-88EB-DC9F-AE1A-76A8FC5A5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2FA-D3F2-4F97-908E-5BC96711A8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144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BD7C1D-A357-47D2-092D-8A4175A9F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6F11-E3E5-4914-881C-CE8132B62590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2F0F92-0A18-9CA4-7A0F-CF0A1B005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539266-1949-D61D-152E-D9C23ACC8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2FA-D3F2-4F97-908E-5BC96711A8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23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3132AE-F587-6B93-3ECF-6B260E7B3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9A182D-FC98-D6D8-CCD9-95A58D42E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1C8393-2EBC-5EA2-8178-66BDDF508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8057B4-334A-204D-3688-454A43FC2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6F11-E3E5-4914-881C-CE8132B62590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1A236D-CFF0-BE7E-E055-A2DED28C8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B6E10F-FE9C-04D2-B792-5E4F0DAB8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2FA-D3F2-4F97-908E-5BC96711A8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268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EB754E-20D5-E0CD-36F9-4ECCB6EB5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BD5686D-D040-A81C-C13D-D4D401867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0975E9-EAE3-703D-0E4F-033AA126C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08DCA1-CAFC-257B-71A9-48C2EC59D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6F11-E3E5-4914-881C-CE8132B62590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415A23-8347-FA1F-EDC2-99187F5C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1A4E29-57D1-32E3-FBB2-C561B8A7F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2FA-D3F2-4F97-908E-5BC96711A8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86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476E5-CE25-00D1-F478-E36CA9099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75AF87-5794-1EA1-C3BD-8406828F3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977781-6E7F-0E1D-6117-6F26429A2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6F11-E3E5-4914-881C-CE8132B62590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8452EE-DC9B-3EA8-2B71-CA793BA9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673C3E-4022-8F05-81B2-0A28C2B3E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2FA-D3F2-4F97-908E-5BC96711A8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19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F64AB0-D51D-1607-5883-51B622C00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4BB219-22A7-7C50-1133-74094BCF9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256130-54DA-D573-8B00-2B16CAED7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6F11-E3E5-4914-881C-CE8132B62590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1E9AE2-4793-1AF7-1BBB-5D0B4DB8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3365E9-CF61-D9BD-8A7A-5E03FD55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2FA-D3F2-4F97-908E-5BC96711A8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488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9AD64E6-0A9A-CCA7-836B-F99792785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CA5918-10C2-7571-02E4-62B2DC4AA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88E66F-2F18-278F-610B-9F94727B8B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56F11-E3E5-4914-881C-CE8132B62590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14FB45-CEDC-0D9B-12C3-4226318A26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35943F-2119-2E47-9EA5-B7CCBDED2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4A2FA-D3F2-4F97-908E-5BC96711A8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436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9053B5-1916-3A49-29ED-A479AFA60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9097" y="277978"/>
            <a:ext cx="9144000" cy="943254"/>
          </a:xfrm>
        </p:spPr>
        <p:txBody>
          <a:bodyPr/>
          <a:lstStyle/>
          <a:p>
            <a:r>
              <a:rPr lang="en-US" altLang="zh-CN" dirty="0"/>
              <a:t>Science of science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E99DAC-1777-0EC9-9D0E-4C51F140D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9097" y="2029270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Science of science: Make scientific novelty be quantified</a:t>
            </a:r>
          </a:p>
          <a:p>
            <a:endParaRPr lang="en-US" altLang="zh-CN" dirty="0"/>
          </a:p>
          <a:p>
            <a:pPr algn="just"/>
            <a:r>
              <a:rPr lang="en-US" altLang="zh-CN" dirty="0"/>
              <a:t>Quantifying scientific novelty through structural perturbations of knowledge graphs</a:t>
            </a:r>
            <a:endParaRPr lang="zh-CN" altLang="en-US" dirty="0"/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850A3A5C-5D34-8F4F-B130-055DA99E2BF9}"/>
              </a:ext>
            </a:extLst>
          </p:cNvPr>
          <p:cNvSpPr txBox="1">
            <a:spLocks/>
          </p:cNvSpPr>
          <p:nvPr/>
        </p:nvSpPr>
        <p:spPr>
          <a:xfrm>
            <a:off x="1619097" y="467005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A stone cast into a still lake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4228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E27960EF-D936-0C60-0EBF-87CB090A9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29" y="80734"/>
            <a:ext cx="4442765" cy="218937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AE01B43-F0BA-8816-4BE1-F9ADE89E3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160" y="80734"/>
            <a:ext cx="5938647" cy="4990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469AC30-8840-A4C8-E1FC-991E15511108}"/>
              </a:ext>
            </a:extLst>
          </p:cNvPr>
          <p:cNvSpPr/>
          <p:nvPr/>
        </p:nvSpPr>
        <p:spPr>
          <a:xfrm>
            <a:off x="584168" y="2969971"/>
            <a:ext cx="786995" cy="459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52DDEB-D9D4-89E1-0EFF-E91640C6028B}"/>
              </a:ext>
            </a:extLst>
          </p:cNvPr>
          <p:cNvSpPr/>
          <p:nvPr/>
        </p:nvSpPr>
        <p:spPr>
          <a:xfrm>
            <a:off x="1470354" y="2969971"/>
            <a:ext cx="786995" cy="459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5A437D-388D-2B0D-E4FF-5CFBEE77C9D4}"/>
              </a:ext>
            </a:extLst>
          </p:cNvPr>
          <p:cNvSpPr/>
          <p:nvPr/>
        </p:nvSpPr>
        <p:spPr>
          <a:xfrm>
            <a:off x="2368220" y="2969971"/>
            <a:ext cx="786995" cy="459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3C4B34-1C2E-A6A5-F27D-C274F38394CA}"/>
              </a:ext>
            </a:extLst>
          </p:cNvPr>
          <p:cNvSpPr/>
          <p:nvPr/>
        </p:nvSpPr>
        <p:spPr>
          <a:xfrm>
            <a:off x="3242727" y="2972714"/>
            <a:ext cx="786995" cy="459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A6AEB3-F18B-05F8-8951-8374FC3B0607}"/>
              </a:ext>
            </a:extLst>
          </p:cNvPr>
          <p:cNvSpPr/>
          <p:nvPr/>
        </p:nvSpPr>
        <p:spPr>
          <a:xfrm>
            <a:off x="4117234" y="2981553"/>
            <a:ext cx="786995" cy="459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B520C7-E302-13D1-630F-C443418622D7}"/>
              </a:ext>
            </a:extLst>
          </p:cNvPr>
          <p:cNvSpPr/>
          <p:nvPr/>
        </p:nvSpPr>
        <p:spPr>
          <a:xfrm>
            <a:off x="1068317" y="3876448"/>
            <a:ext cx="3290318" cy="4590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文章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发现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学说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2875D5-4498-A8BA-EE89-20CBDCECB9F4}"/>
              </a:ext>
            </a:extLst>
          </p:cNvPr>
          <p:cNvSpPr txBox="1"/>
          <p:nvPr/>
        </p:nvSpPr>
        <p:spPr>
          <a:xfrm>
            <a:off x="721860" y="2612221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1-5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9FCF0F-0EE1-D933-34DC-492BA84E6EF8}"/>
              </a:ext>
            </a:extLst>
          </p:cNvPr>
          <p:cNvSpPr txBox="1"/>
          <p:nvPr/>
        </p:nvSpPr>
        <p:spPr>
          <a:xfrm>
            <a:off x="1552611" y="2612221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1-10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7567BC-F07D-4EE5-B4FE-798AD421E0BA}"/>
              </a:ext>
            </a:extLst>
          </p:cNvPr>
          <p:cNvSpPr txBox="1"/>
          <p:nvPr/>
        </p:nvSpPr>
        <p:spPr>
          <a:xfrm>
            <a:off x="2436840" y="2612221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1-15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B27405-4D8F-D173-9A22-2100E5A503FB}"/>
              </a:ext>
            </a:extLst>
          </p:cNvPr>
          <p:cNvSpPr txBox="1"/>
          <p:nvPr/>
        </p:nvSpPr>
        <p:spPr>
          <a:xfrm>
            <a:off x="3364917" y="2603120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1-20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67A047-35FF-6CD2-F5B5-5E65E937BF45}"/>
              </a:ext>
            </a:extLst>
          </p:cNvPr>
          <p:cNvSpPr txBox="1"/>
          <p:nvPr/>
        </p:nvSpPr>
        <p:spPr>
          <a:xfrm>
            <a:off x="4249146" y="2612221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1-25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7499F43-1354-A8D3-7882-E41A34E01A45}"/>
              </a:ext>
            </a:extLst>
          </p:cNvPr>
          <p:cNvSpPr/>
          <p:nvPr/>
        </p:nvSpPr>
        <p:spPr>
          <a:xfrm>
            <a:off x="553589" y="4476337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rgbClr val="FF0000"/>
                </a:solidFill>
              </a:rPr>
              <a:t>Expan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EC03FF-A7A7-76E7-7F82-2BCBC1D1C600}"/>
              </a:ext>
            </a:extLst>
          </p:cNvPr>
          <p:cNvSpPr/>
          <p:nvPr/>
        </p:nvSpPr>
        <p:spPr>
          <a:xfrm>
            <a:off x="1877640" y="4476337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rgbClr val="FF0000"/>
                </a:solidFill>
              </a:rPr>
              <a:t>Bridg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357378-E779-0907-95CE-6C2E0B62C210}"/>
              </a:ext>
            </a:extLst>
          </p:cNvPr>
          <p:cNvSpPr/>
          <p:nvPr/>
        </p:nvSpPr>
        <p:spPr>
          <a:xfrm>
            <a:off x="3146676" y="4476337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rgbClr val="FF0000"/>
                </a:solidFill>
              </a:rPr>
              <a:t>Reconf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B152D5-746B-A086-B90F-A405158C6DED}"/>
              </a:ext>
            </a:extLst>
          </p:cNvPr>
          <p:cNvSpPr/>
          <p:nvPr/>
        </p:nvSpPr>
        <p:spPr>
          <a:xfrm>
            <a:off x="4179892" y="4476337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Compres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7D3EEF73-90F9-0627-FACB-925FD1A23B04}"/>
              </a:ext>
            </a:extLst>
          </p:cNvPr>
          <p:cNvSpPr/>
          <p:nvPr/>
        </p:nvSpPr>
        <p:spPr>
          <a:xfrm rot="16200000">
            <a:off x="2504993" y="3509771"/>
            <a:ext cx="416966" cy="2785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83512E5-E3A6-2F85-6F81-8F4C7F42F7BE}"/>
              </a:ext>
            </a:extLst>
          </p:cNvPr>
          <p:cNvSpPr/>
          <p:nvPr/>
        </p:nvSpPr>
        <p:spPr>
          <a:xfrm>
            <a:off x="193929" y="2443277"/>
            <a:ext cx="5212004" cy="29772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680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B7E43-A384-352E-56CF-9C2E356BD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FBDAED6-E0DE-3CBC-E463-3AA3AB3A036B}"/>
              </a:ext>
            </a:extLst>
          </p:cNvPr>
          <p:cNvSpPr/>
          <p:nvPr/>
        </p:nvSpPr>
        <p:spPr>
          <a:xfrm>
            <a:off x="1719052" y="1028791"/>
            <a:ext cx="786995" cy="459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251A92-A246-6080-E96A-D57C941F2BC2}"/>
              </a:ext>
            </a:extLst>
          </p:cNvPr>
          <p:cNvSpPr/>
          <p:nvPr/>
        </p:nvSpPr>
        <p:spPr>
          <a:xfrm>
            <a:off x="2605238" y="1028791"/>
            <a:ext cx="786995" cy="459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ED58CB-0DB7-252A-4C2A-3515985DE652}"/>
              </a:ext>
            </a:extLst>
          </p:cNvPr>
          <p:cNvSpPr/>
          <p:nvPr/>
        </p:nvSpPr>
        <p:spPr>
          <a:xfrm>
            <a:off x="3503104" y="1028791"/>
            <a:ext cx="786995" cy="459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00D65C-FB63-4C78-8EDF-FCF6C4085BCA}"/>
              </a:ext>
            </a:extLst>
          </p:cNvPr>
          <p:cNvSpPr/>
          <p:nvPr/>
        </p:nvSpPr>
        <p:spPr>
          <a:xfrm>
            <a:off x="1328694" y="1966639"/>
            <a:ext cx="3290318" cy="4590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文章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发现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学说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D7A76D-6623-6DED-7F79-FCE19BF3B771}"/>
              </a:ext>
            </a:extLst>
          </p:cNvPr>
          <p:cNvSpPr txBox="1"/>
          <p:nvPr/>
        </p:nvSpPr>
        <p:spPr>
          <a:xfrm>
            <a:off x="1856744" y="671041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1-5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05FA20-7409-084C-F997-6E140AD120C7}"/>
              </a:ext>
            </a:extLst>
          </p:cNvPr>
          <p:cNvSpPr txBox="1"/>
          <p:nvPr/>
        </p:nvSpPr>
        <p:spPr>
          <a:xfrm>
            <a:off x="2687495" y="671041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1-10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97D1D3-BDB8-8C4A-6436-E933E2359AE9}"/>
              </a:ext>
            </a:extLst>
          </p:cNvPr>
          <p:cNvSpPr txBox="1"/>
          <p:nvPr/>
        </p:nvSpPr>
        <p:spPr>
          <a:xfrm>
            <a:off x="3571724" y="671041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1-15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786AB3-7363-05AF-3DEA-CA9D5144FAD6}"/>
              </a:ext>
            </a:extLst>
          </p:cNvPr>
          <p:cNvSpPr/>
          <p:nvPr/>
        </p:nvSpPr>
        <p:spPr>
          <a:xfrm>
            <a:off x="813966" y="2566528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A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91A8F4D-B8E1-8BD9-D0FC-4111B4EE91CD}"/>
              </a:ext>
            </a:extLst>
          </p:cNvPr>
          <p:cNvSpPr/>
          <p:nvPr/>
        </p:nvSpPr>
        <p:spPr>
          <a:xfrm>
            <a:off x="2138017" y="2566528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B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C039DD-1AE7-74C3-FF35-50100B1E6864}"/>
              </a:ext>
            </a:extLst>
          </p:cNvPr>
          <p:cNvSpPr/>
          <p:nvPr/>
        </p:nvSpPr>
        <p:spPr>
          <a:xfrm>
            <a:off x="3407053" y="2566528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C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4F61E6EF-4711-9119-7879-DDE2C8B92D5C}"/>
              </a:ext>
            </a:extLst>
          </p:cNvPr>
          <p:cNvSpPr/>
          <p:nvPr/>
        </p:nvSpPr>
        <p:spPr>
          <a:xfrm rot="16200000">
            <a:off x="2765370" y="1599962"/>
            <a:ext cx="416966" cy="2785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D7D0E36-A9DC-9B53-05DD-476229CE2615}"/>
              </a:ext>
            </a:extLst>
          </p:cNvPr>
          <p:cNvSpPr/>
          <p:nvPr/>
        </p:nvSpPr>
        <p:spPr>
          <a:xfrm>
            <a:off x="454306" y="533468"/>
            <a:ext cx="5212004" cy="29772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57CBCE8-4622-626B-B037-AA423CB5A8CA}"/>
              </a:ext>
            </a:extLst>
          </p:cNvPr>
          <p:cNvSpPr/>
          <p:nvPr/>
        </p:nvSpPr>
        <p:spPr>
          <a:xfrm>
            <a:off x="1666060" y="4302408"/>
            <a:ext cx="786995" cy="459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15B5CB4-B321-1A2D-886A-20FF341A5A4C}"/>
              </a:ext>
            </a:extLst>
          </p:cNvPr>
          <p:cNvSpPr/>
          <p:nvPr/>
        </p:nvSpPr>
        <p:spPr>
          <a:xfrm>
            <a:off x="2552246" y="4302408"/>
            <a:ext cx="786995" cy="459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3F22B5F-4E9F-EC47-225E-B11F58F591BA}"/>
              </a:ext>
            </a:extLst>
          </p:cNvPr>
          <p:cNvSpPr/>
          <p:nvPr/>
        </p:nvSpPr>
        <p:spPr>
          <a:xfrm>
            <a:off x="3450112" y="4302408"/>
            <a:ext cx="786995" cy="459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C782377-9650-F349-1E32-E41CF9E5C5BC}"/>
              </a:ext>
            </a:extLst>
          </p:cNvPr>
          <p:cNvSpPr/>
          <p:nvPr/>
        </p:nvSpPr>
        <p:spPr>
          <a:xfrm>
            <a:off x="1328694" y="5223473"/>
            <a:ext cx="3290318" cy="4590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文章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发现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学说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86D307C-1DDE-F314-F3B8-91A6A9591884}"/>
              </a:ext>
            </a:extLst>
          </p:cNvPr>
          <p:cNvSpPr txBox="1"/>
          <p:nvPr/>
        </p:nvSpPr>
        <p:spPr>
          <a:xfrm>
            <a:off x="1803752" y="3944658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1-5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C0B735D-3FBB-39D3-98A9-3E619DA85CF1}"/>
              </a:ext>
            </a:extLst>
          </p:cNvPr>
          <p:cNvSpPr txBox="1"/>
          <p:nvPr/>
        </p:nvSpPr>
        <p:spPr>
          <a:xfrm>
            <a:off x="2634503" y="394465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1-10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CCC7A57-62C9-D896-34EE-9A5FC791FD25}"/>
              </a:ext>
            </a:extLst>
          </p:cNvPr>
          <p:cNvSpPr txBox="1"/>
          <p:nvPr/>
        </p:nvSpPr>
        <p:spPr>
          <a:xfrm>
            <a:off x="3518732" y="394465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1-15</a:t>
            </a:r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CA8EE86-7E5D-2A11-5ADE-C78E652F4ED3}"/>
              </a:ext>
            </a:extLst>
          </p:cNvPr>
          <p:cNvSpPr/>
          <p:nvPr/>
        </p:nvSpPr>
        <p:spPr>
          <a:xfrm>
            <a:off x="813966" y="5823362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B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E4C47CD-9AF7-895E-5998-E577E761FDC8}"/>
              </a:ext>
            </a:extLst>
          </p:cNvPr>
          <p:cNvSpPr/>
          <p:nvPr/>
        </p:nvSpPr>
        <p:spPr>
          <a:xfrm>
            <a:off x="4440269" y="5823362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G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94C2064B-66DD-322E-42CF-658A38EA5CCB}"/>
              </a:ext>
            </a:extLst>
          </p:cNvPr>
          <p:cNvSpPr/>
          <p:nvPr/>
        </p:nvSpPr>
        <p:spPr>
          <a:xfrm rot="16200000">
            <a:off x="2765370" y="4856796"/>
            <a:ext cx="416966" cy="2785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58EA7DD-71DE-D6AF-3532-C18CF463FC4C}"/>
              </a:ext>
            </a:extLst>
          </p:cNvPr>
          <p:cNvSpPr/>
          <p:nvPr/>
        </p:nvSpPr>
        <p:spPr>
          <a:xfrm>
            <a:off x="454306" y="3790302"/>
            <a:ext cx="5212004" cy="29772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D33119B-41BA-2A35-3BBB-ECC421AFAF8D}"/>
              </a:ext>
            </a:extLst>
          </p:cNvPr>
          <p:cNvSpPr/>
          <p:nvPr/>
        </p:nvSpPr>
        <p:spPr>
          <a:xfrm>
            <a:off x="7342377" y="1014750"/>
            <a:ext cx="786995" cy="459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0385D5C-1FA8-5A19-AB76-925D67109C2B}"/>
              </a:ext>
            </a:extLst>
          </p:cNvPr>
          <p:cNvSpPr/>
          <p:nvPr/>
        </p:nvSpPr>
        <p:spPr>
          <a:xfrm>
            <a:off x="8228563" y="1014750"/>
            <a:ext cx="786995" cy="459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8BBEE8C-0244-32EF-248F-92F5225ED45C}"/>
              </a:ext>
            </a:extLst>
          </p:cNvPr>
          <p:cNvSpPr/>
          <p:nvPr/>
        </p:nvSpPr>
        <p:spPr>
          <a:xfrm>
            <a:off x="9126429" y="1014750"/>
            <a:ext cx="786995" cy="459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11FC6BA-AE69-AA33-1EF3-D16E7A5694B9}"/>
              </a:ext>
            </a:extLst>
          </p:cNvPr>
          <p:cNvSpPr/>
          <p:nvPr/>
        </p:nvSpPr>
        <p:spPr>
          <a:xfrm>
            <a:off x="6947921" y="1966639"/>
            <a:ext cx="3290318" cy="4590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文章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发现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学说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079B24D-22E2-3EB2-386D-3E61C803994D}"/>
              </a:ext>
            </a:extLst>
          </p:cNvPr>
          <p:cNvSpPr txBox="1"/>
          <p:nvPr/>
        </p:nvSpPr>
        <p:spPr>
          <a:xfrm>
            <a:off x="7480069" y="65700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1-5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F721634-B5E6-1272-7070-C3C24E290D4F}"/>
              </a:ext>
            </a:extLst>
          </p:cNvPr>
          <p:cNvSpPr txBox="1"/>
          <p:nvPr/>
        </p:nvSpPr>
        <p:spPr>
          <a:xfrm>
            <a:off x="8310820" y="657000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1-10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07DA60F-DA53-B24D-EF5D-8BC7E828DA59}"/>
              </a:ext>
            </a:extLst>
          </p:cNvPr>
          <p:cNvSpPr txBox="1"/>
          <p:nvPr/>
        </p:nvSpPr>
        <p:spPr>
          <a:xfrm>
            <a:off x="9195049" y="657000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1-15</a:t>
            </a:r>
            <a:endParaRPr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7B696B9-B5D0-1779-E986-E14BD5364725}"/>
              </a:ext>
            </a:extLst>
          </p:cNvPr>
          <p:cNvSpPr/>
          <p:nvPr/>
        </p:nvSpPr>
        <p:spPr>
          <a:xfrm>
            <a:off x="6433193" y="2566528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A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81634BF-D803-B8E1-5F66-3FCF771B936E}"/>
              </a:ext>
            </a:extLst>
          </p:cNvPr>
          <p:cNvSpPr/>
          <p:nvPr/>
        </p:nvSpPr>
        <p:spPr>
          <a:xfrm>
            <a:off x="9026280" y="2566528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E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4A881595-7F7E-5895-70F1-4269F4A0B1F9}"/>
              </a:ext>
            </a:extLst>
          </p:cNvPr>
          <p:cNvSpPr/>
          <p:nvPr/>
        </p:nvSpPr>
        <p:spPr>
          <a:xfrm rot="16200000">
            <a:off x="8384597" y="1599962"/>
            <a:ext cx="416966" cy="2785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9AF4CCE-145E-09B7-0CAB-4616BAB96243}"/>
              </a:ext>
            </a:extLst>
          </p:cNvPr>
          <p:cNvSpPr/>
          <p:nvPr/>
        </p:nvSpPr>
        <p:spPr>
          <a:xfrm>
            <a:off x="6073533" y="533468"/>
            <a:ext cx="5212004" cy="29772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A6485D4-31DA-8247-FCE0-BFF2C28FED4B}"/>
              </a:ext>
            </a:extLst>
          </p:cNvPr>
          <p:cNvSpPr/>
          <p:nvPr/>
        </p:nvSpPr>
        <p:spPr>
          <a:xfrm>
            <a:off x="7386213" y="4276238"/>
            <a:ext cx="786995" cy="459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CB82E21-B9F0-BF34-88B8-812A01C88C37}"/>
              </a:ext>
            </a:extLst>
          </p:cNvPr>
          <p:cNvSpPr/>
          <p:nvPr/>
        </p:nvSpPr>
        <p:spPr>
          <a:xfrm>
            <a:off x="8272399" y="4276238"/>
            <a:ext cx="786995" cy="459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7624169-45C3-B12E-8D2B-83758002CD24}"/>
              </a:ext>
            </a:extLst>
          </p:cNvPr>
          <p:cNvSpPr/>
          <p:nvPr/>
        </p:nvSpPr>
        <p:spPr>
          <a:xfrm>
            <a:off x="9170265" y="4276238"/>
            <a:ext cx="786995" cy="459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19F1882-4752-7250-ACF4-82B5D47F745B}"/>
              </a:ext>
            </a:extLst>
          </p:cNvPr>
          <p:cNvSpPr/>
          <p:nvPr/>
        </p:nvSpPr>
        <p:spPr>
          <a:xfrm>
            <a:off x="6970388" y="5197303"/>
            <a:ext cx="3290318" cy="4590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文章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发现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学说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4F137CC-6A22-422E-B92A-B1DE4D722EE8}"/>
              </a:ext>
            </a:extLst>
          </p:cNvPr>
          <p:cNvSpPr txBox="1"/>
          <p:nvPr/>
        </p:nvSpPr>
        <p:spPr>
          <a:xfrm>
            <a:off x="7523905" y="3918488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1-5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7631E1E-72C8-913A-BC03-5576DAFBC929}"/>
              </a:ext>
            </a:extLst>
          </p:cNvPr>
          <p:cNvSpPr txBox="1"/>
          <p:nvPr/>
        </p:nvSpPr>
        <p:spPr>
          <a:xfrm>
            <a:off x="8354656" y="391848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1-10</a:t>
            </a:r>
            <a:endParaRPr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B844333-9BF3-E15B-2933-1744784B998B}"/>
              </a:ext>
            </a:extLst>
          </p:cNvPr>
          <p:cNvSpPr txBox="1"/>
          <p:nvPr/>
        </p:nvSpPr>
        <p:spPr>
          <a:xfrm>
            <a:off x="9238885" y="391848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1-15</a:t>
            </a:r>
            <a:endParaRPr lang="zh-CN" altLang="en-US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F7930B1-0EF3-0457-54AA-DE2A2E22BCA3}"/>
              </a:ext>
            </a:extLst>
          </p:cNvPr>
          <p:cNvSpPr/>
          <p:nvPr/>
        </p:nvSpPr>
        <p:spPr>
          <a:xfrm>
            <a:off x="6455660" y="5797192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B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9C327F9-2A42-BAC8-A146-F4BB891ADAC3}"/>
              </a:ext>
            </a:extLst>
          </p:cNvPr>
          <p:cNvSpPr/>
          <p:nvPr/>
        </p:nvSpPr>
        <p:spPr>
          <a:xfrm>
            <a:off x="7779711" y="5797192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C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4929F4F-2F68-6E03-83E5-0A20D1252DCA}"/>
              </a:ext>
            </a:extLst>
          </p:cNvPr>
          <p:cNvSpPr/>
          <p:nvPr/>
        </p:nvSpPr>
        <p:spPr>
          <a:xfrm>
            <a:off x="9048747" y="5797192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G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FF654B0-A35F-F6C5-0525-2E44D986A9E3}"/>
              </a:ext>
            </a:extLst>
          </p:cNvPr>
          <p:cNvSpPr/>
          <p:nvPr/>
        </p:nvSpPr>
        <p:spPr>
          <a:xfrm>
            <a:off x="10081963" y="5797192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H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70" name="箭头: 右 69">
            <a:extLst>
              <a:ext uri="{FF2B5EF4-FFF2-40B4-BE49-F238E27FC236}">
                <a16:creationId xmlns:a16="http://schemas.microsoft.com/office/drawing/2014/main" id="{DCC692F2-CD0C-39AA-0971-33FA80C53B87}"/>
              </a:ext>
            </a:extLst>
          </p:cNvPr>
          <p:cNvSpPr/>
          <p:nvPr/>
        </p:nvSpPr>
        <p:spPr>
          <a:xfrm rot="16200000">
            <a:off x="8407064" y="4830626"/>
            <a:ext cx="416966" cy="2785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F4A6F0F1-B396-9BAF-7F66-CA307F4B0A76}"/>
              </a:ext>
            </a:extLst>
          </p:cNvPr>
          <p:cNvSpPr/>
          <p:nvPr/>
        </p:nvSpPr>
        <p:spPr>
          <a:xfrm>
            <a:off x="6096000" y="3764132"/>
            <a:ext cx="5212004" cy="29772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07C2FE5-F1DE-3F12-EEDC-2C698339B857}"/>
              </a:ext>
            </a:extLst>
          </p:cNvPr>
          <p:cNvSpPr txBox="1"/>
          <p:nvPr/>
        </p:nvSpPr>
        <p:spPr>
          <a:xfrm>
            <a:off x="5078995" y="1236133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highlight>
                  <a:srgbClr val="FFFF00"/>
                </a:highlight>
              </a:rPr>
              <a:t>15</a:t>
            </a:r>
            <a:r>
              <a:rPr lang="zh-CN" altLang="en-US" b="1" dirty="0">
                <a:highlight>
                  <a:srgbClr val="FFFF00"/>
                </a:highlight>
              </a:rPr>
              <a:t>年分析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EE93166-3E19-D9A5-5E19-29534FB52EEE}"/>
              </a:ext>
            </a:extLst>
          </p:cNvPr>
          <p:cNvSpPr txBox="1"/>
          <p:nvPr/>
        </p:nvSpPr>
        <p:spPr>
          <a:xfrm>
            <a:off x="4504479" y="23087"/>
            <a:ext cx="3416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现象分析（时间</a:t>
            </a:r>
            <a:r>
              <a:rPr lang="en-US" altLang="zh-CN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空间）</a:t>
            </a:r>
          </a:p>
        </p:txBody>
      </p:sp>
    </p:spTree>
    <p:extLst>
      <p:ext uri="{BB962C8B-B14F-4D97-AF65-F5344CB8AC3E}">
        <p14:creationId xmlns:p14="http://schemas.microsoft.com/office/powerpoint/2010/main" val="484083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81AC537-B136-68E4-11B5-ACA23F82D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7" y="0"/>
            <a:ext cx="6081963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33F36BD-399D-A571-9CCA-9A11D0245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901" y="2175354"/>
            <a:ext cx="6954910" cy="459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347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D3C7F-1046-7259-CA00-352EE01E4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0B930DF7-85B0-0E0E-416D-6ACBB26C821C}"/>
              </a:ext>
            </a:extLst>
          </p:cNvPr>
          <p:cNvSpPr/>
          <p:nvPr/>
        </p:nvSpPr>
        <p:spPr>
          <a:xfrm>
            <a:off x="1671662" y="5018137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A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C957D3-9B1E-E4FF-6477-90A50357DBD2}"/>
              </a:ext>
            </a:extLst>
          </p:cNvPr>
          <p:cNvSpPr/>
          <p:nvPr/>
        </p:nvSpPr>
        <p:spPr>
          <a:xfrm>
            <a:off x="2995713" y="5018137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B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8E4AD1-45DF-A64F-1CC0-7D563962FA7D}"/>
              </a:ext>
            </a:extLst>
          </p:cNvPr>
          <p:cNvSpPr/>
          <p:nvPr/>
        </p:nvSpPr>
        <p:spPr>
          <a:xfrm>
            <a:off x="4264749" y="5018137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C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7E43D7-6790-8089-5A5F-CC3F2737C5C6}"/>
              </a:ext>
            </a:extLst>
          </p:cNvPr>
          <p:cNvSpPr/>
          <p:nvPr/>
        </p:nvSpPr>
        <p:spPr>
          <a:xfrm>
            <a:off x="5533785" y="5018137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D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D459FE3-46B1-3508-1DF4-87247C589967}"/>
              </a:ext>
            </a:extLst>
          </p:cNvPr>
          <p:cNvSpPr/>
          <p:nvPr/>
        </p:nvSpPr>
        <p:spPr>
          <a:xfrm>
            <a:off x="6762181" y="5003530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E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FC48121-E3DE-C33B-4445-BD0D1A1544CE}"/>
              </a:ext>
            </a:extLst>
          </p:cNvPr>
          <p:cNvSpPr/>
          <p:nvPr/>
        </p:nvSpPr>
        <p:spPr>
          <a:xfrm>
            <a:off x="8031217" y="5003530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F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A4E74A2B-9F13-D251-F1F3-7B48EC8A65BB}"/>
              </a:ext>
            </a:extLst>
          </p:cNvPr>
          <p:cNvSpPr/>
          <p:nvPr/>
        </p:nvSpPr>
        <p:spPr>
          <a:xfrm>
            <a:off x="9259613" y="5003530"/>
            <a:ext cx="786995" cy="4590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G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8F42B324-32CF-65FE-7D88-1E9EA0EDAD1A}"/>
              </a:ext>
            </a:extLst>
          </p:cNvPr>
          <p:cNvSpPr/>
          <p:nvPr/>
        </p:nvSpPr>
        <p:spPr>
          <a:xfrm>
            <a:off x="5533785" y="4011032"/>
            <a:ext cx="624462" cy="9217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D3F7D262-BED8-5D6E-3EAD-7439A4B1A16F}"/>
              </a:ext>
            </a:extLst>
          </p:cNvPr>
          <p:cNvGrpSpPr/>
          <p:nvPr/>
        </p:nvGrpSpPr>
        <p:grpSpPr>
          <a:xfrm>
            <a:off x="5927282" y="2319866"/>
            <a:ext cx="5083182" cy="1506254"/>
            <a:chOff x="3857618" y="859818"/>
            <a:chExt cx="8197831" cy="2695369"/>
          </a:xfrm>
        </p:grpSpPr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5AD5C897-FE7F-7ADF-D014-AE763F0A0324}"/>
                </a:ext>
              </a:extLst>
            </p:cNvPr>
            <p:cNvSpPr/>
            <p:nvPr/>
          </p:nvSpPr>
          <p:spPr>
            <a:xfrm>
              <a:off x="5690106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845374AB-CE8E-30FE-CF10-3172BC624C45}"/>
                </a:ext>
              </a:extLst>
            </p:cNvPr>
            <p:cNvSpPr/>
            <p:nvPr/>
          </p:nvSpPr>
          <p:spPr>
            <a:xfrm>
              <a:off x="6576292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47ED4B22-8ADE-65D3-762C-F2C9D5926224}"/>
                </a:ext>
              </a:extLst>
            </p:cNvPr>
            <p:cNvSpPr/>
            <p:nvPr/>
          </p:nvSpPr>
          <p:spPr>
            <a:xfrm>
              <a:off x="7474158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1A18A499-B8B6-6A55-77E3-1FBF2C69960E}"/>
                </a:ext>
              </a:extLst>
            </p:cNvPr>
            <p:cNvSpPr/>
            <p:nvPr/>
          </p:nvSpPr>
          <p:spPr>
            <a:xfrm>
              <a:off x="8348665" y="1389255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AA60F61B-102C-8D50-FA84-587F0A3D56E4}"/>
                </a:ext>
              </a:extLst>
            </p:cNvPr>
            <p:cNvSpPr/>
            <p:nvPr/>
          </p:nvSpPr>
          <p:spPr>
            <a:xfrm>
              <a:off x="9223172" y="1398094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6CFE0AD3-1BD7-CCE5-700F-06C8ED1CC30F}"/>
                </a:ext>
              </a:extLst>
            </p:cNvPr>
            <p:cNvSpPr/>
            <p:nvPr/>
          </p:nvSpPr>
          <p:spPr>
            <a:xfrm>
              <a:off x="6174255" y="2292989"/>
              <a:ext cx="3290318" cy="45902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FF0000"/>
                  </a:solidFill>
                </a:rPr>
                <a:t>A</a:t>
              </a:r>
              <a:r>
                <a:rPr lang="zh-CN" altLang="en-US" dirty="0">
                  <a:solidFill>
                    <a:srgbClr val="FF0000"/>
                  </a:solidFill>
                </a:rPr>
                <a:t>文章</a:t>
              </a:r>
              <a:r>
                <a:rPr lang="en-US" altLang="zh-CN" dirty="0">
                  <a:solidFill>
                    <a:srgbClr val="FF0000"/>
                  </a:solidFill>
                </a:rPr>
                <a:t>/</a:t>
              </a:r>
              <a:r>
                <a:rPr lang="zh-CN" altLang="en-US" dirty="0">
                  <a:solidFill>
                    <a:srgbClr val="FF0000"/>
                  </a:solidFill>
                </a:rPr>
                <a:t>发现</a:t>
              </a:r>
              <a:r>
                <a:rPr lang="en-US" altLang="zh-CN" dirty="0">
                  <a:solidFill>
                    <a:srgbClr val="FF0000"/>
                  </a:solidFill>
                </a:rPr>
                <a:t>/</a:t>
              </a:r>
              <a:r>
                <a:rPr lang="zh-CN" altLang="en-US" dirty="0">
                  <a:solidFill>
                    <a:srgbClr val="FF0000"/>
                  </a:solidFill>
                </a:rPr>
                <a:t>学说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F79393D1-9CCF-D040-C02F-E55FCC6C534D}"/>
                </a:ext>
              </a:extLst>
            </p:cNvPr>
            <p:cNvSpPr txBox="1"/>
            <p:nvPr/>
          </p:nvSpPr>
          <p:spPr>
            <a:xfrm>
              <a:off x="5827798" y="1028762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1-5</a:t>
              </a:r>
              <a:endParaRPr lang="zh-CN" altLang="en-US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6EDEE41A-AE66-2729-CC56-24752B951707}"/>
                </a:ext>
              </a:extLst>
            </p:cNvPr>
            <p:cNvSpPr txBox="1"/>
            <p:nvPr/>
          </p:nvSpPr>
          <p:spPr>
            <a:xfrm>
              <a:off x="6658549" y="1028762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1-10</a:t>
              </a:r>
              <a:endParaRPr lang="zh-CN" altLang="en-US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B5FCDB1B-4230-DC6C-61AA-D78800A42577}"/>
                </a:ext>
              </a:extLst>
            </p:cNvPr>
            <p:cNvSpPr txBox="1"/>
            <p:nvPr/>
          </p:nvSpPr>
          <p:spPr>
            <a:xfrm>
              <a:off x="7542778" y="1028762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1-15</a:t>
              </a:r>
              <a:endParaRPr lang="zh-CN" altLang="en-US" dirty="0"/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3F4325E9-DA56-CA7B-3770-74613AEC8D20}"/>
                </a:ext>
              </a:extLst>
            </p:cNvPr>
            <p:cNvSpPr txBox="1"/>
            <p:nvPr/>
          </p:nvSpPr>
          <p:spPr>
            <a:xfrm>
              <a:off x="8470855" y="1019661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1-20</a:t>
              </a:r>
              <a:endParaRPr lang="zh-CN" altLang="en-US" dirty="0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7D1BCDC0-A2AF-C8A6-CDD3-4F1ADB113516}"/>
                </a:ext>
              </a:extLst>
            </p:cNvPr>
            <p:cNvSpPr txBox="1"/>
            <p:nvPr/>
          </p:nvSpPr>
          <p:spPr>
            <a:xfrm>
              <a:off x="9355084" y="1028762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1-25</a:t>
              </a:r>
              <a:endParaRPr lang="zh-CN" altLang="en-US" dirty="0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9797F23F-A27A-F199-349A-1A1F6BB7AC28}"/>
                </a:ext>
              </a:extLst>
            </p:cNvPr>
            <p:cNvSpPr/>
            <p:nvPr/>
          </p:nvSpPr>
          <p:spPr>
            <a:xfrm>
              <a:off x="5562902" y="2988867"/>
              <a:ext cx="786995" cy="4590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rgbClr val="FF0000"/>
                  </a:solidFill>
                </a:rPr>
                <a:t>Expan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AA24BF2F-6361-1644-4654-B3C00790A94B}"/>
                </a:ext>
              </a:extLst>
            </p:cNvPr>
            <p:cNvSpPr/>
            <p:nvPr/>
          </p:nvSpPr>
          <p:spPr>
            <a:xfrm>
              <a:off x="6886953" y="2988867"/>
              <a:ext cx="786995" cy="4590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rgbClr val="FF0000"/>
                  </a:solidFill>
                </a:rPr>
                <a:t>Bridg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FB8CACBD-3568-8DBC-415F-AF53923A49CB}"/>
                </a:ext>
              </a:extLst>
            </p:cNvPr>
            <p:cNvSpPr/>
            <p:nvPr/>
          </p:nvSpPr>
          <p:spPr>
            <a:xfrm>
              <a:off x="8155989" y="2988867"/>
              <a:ext cx="786995" cy="4590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rgbClr val="FF0000"/>
                  </a:solidFill>
                </a:rPr>
                <a:t>Reconf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FE2615A7-4849-61C1-C3F1-3F4A0A12C679}"/>
                </a:ext>
              </a:extLst>
            </p:cNvPr>
            <p:cNvSpPr/>
            <p:nvPr/>
          </p:nvSpPr>
          <p:spPr>
            <a:xfrm>
              <a:off x="9189205" y="2988867"/>
              <a:ext cx="786995" cy="4590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FF0000"/>
                  </a:solidFill>
                </a:rPr>
                <a:t>Compres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89" name="箭头: 右 88">
              <a:extLst>
                <a:ext uri="{FF2B5EF4-FFF2-40B4-BE49-F238E27FC236}">
                  <a16:creationId xmlns:a16="http://schemas.microsoft.com/office/drawing/2014/main" id="{867052A5-4C50-EF21-256E-7C4A3A43769A}"/>
                </a:ext>
              </a:extLst>
            </p:cNvPr>
            <p:cNvSpPr/>
            <p:nvPr/>
          </p:nvSpPr>
          <p:spPr>
            <a:xfrm rot="16200000">
              <a:off x="7610931" y="1926312"/>
              <a:ext cx="416966" cy="27858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B15AF869-9328-779E-EB82-196C027B8EF0}"/>
                </a:ext>
              </a:extLst>
            </p:cNvPr>
            <p:cNvSpPr/>
            <p:nvPr/>
          </p:nvSpPr>
          <p:spPr>
            <a:xfrm>
              <a:off x="3857618" y="859818"/>
              <a:ext cx="8197831" cy="269536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7731E62E-DF72-9B83-DDED-EC08C31833F2}"/>
                </a:ext>
              </a:extLst>
            </p:cNvPr>
            <p:cNvSpPr/>
            <p:nvPr/>
          </p:nvSpPr>
          <p:spPr>
            <a:xfrm>
              <a:off x="10127262" y="1377673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160AF3E3-3438-0C31-8DD7-1C9368456C4A}"/>
                </a:ext>
              </a:extLst>
            </p:cNvPr>
            <p:cNvSpPr/>
            <p:nvPr/>
          </p:nvSpPr>
          <p:spPr>
            <a:xfrm>
              <a:off x="11023588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E97407F9-EF66-C7BE-D010-F2E8B4A21FA0}"/>
                </a:ext>
              </a:extLst>
            </p:cNvPr>
            <p:cNvSpPr txBox="1"/>
            <p:nvPr/>
          </p:nvSpPr>
          <p:spPr>
            <a:xfrm>
              <a:off x="10271271" y="1008079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1-20</a:t>
              </a:r>
              <a:endParaRPr lang="zh-CN" altLang="en-US" dirty="0"/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6A3B5268-301C-E96A-73D2-4C5AE50F3855}"/>
                </a:ext>
              </a:extLst>
            </p:cNvPr>
            <p:cNvSpPr txBox="1"/>
            <p:nvPr/>
          </p:nvSpPr>
          <p:spPr>
            <a:xfrm>
              <a:off x="11155500" y="1017180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1-25</a:t>
              </a:r>
              <a:endParaRPr lang="zh-CN" altLang="en-US" dirty="0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BC432D86-AF37-C30A-1A41-4BF58F8159E8}"/>
                </a:ext>
              </a:extLst>
            </p:cNvPr>
            <p:cNvSpPr/>
            <p:nvPr/>
          </p:nvSpPr>
          <p:spPr>
            <a:xfrm>
              <a:off x="3956809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654969DC-7246-E5AA-B594-CC9038C1161B}"/>
                </a:ext>
              </a:extLst>
            </p:cNvPr>
            <p:cNvSpPr/>
            <p:nvPr/>
          </p:nvSpPr>
          <p:spPr>
            <a:xfrm>
              <a:off x="4842995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A3724881-8257-78C2-C6C9-82E61729ACC9}"/>
                </a:ext>
              </a:extLst>
            </p:cNvPr>
            <p:cNvSpPr txBox="1"/>
            <p:nvPr/>
          </p:nvSpPr>
          <p:spPr>
            <a:xfrm>
              <a:off x="4094501" y="1028762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1-5</a:t>
              </a:r>
              <a:endParaRPr lang="zh-CN" altLang="en-US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81DAE874-CAF0-44E2-EEF5-4C994C9A5C94}"/>
                </a:ext>
              </a:extLst>
            </p:cNvPr>
            <p:cNvSpPr txBox="1"/>
            <p:nvPr/>
          </p:nvSpPr>
          <p:spPr>
            <a:xfrm>
              <a:off x="4925252" y="1028762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1-10</a:t>
              </a:r>
              <a:endParaRPr lang="zh-CN" altLang="en-US" dirty="0"/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491955F8-1718-A90A-DF00-B6FE1E31B823}"/>
                </a:ext>
              </a:extLst>
            </p:cNvPr>
            <p:cNvSpPr/>
            <p:nvPr/>
          </p:nvSpPr>
          <p:spPr>
            <a:xfrm>
              <a:off x="9233656" y="1933627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705A5AB1-DED2-46A5-BA1E-AD9EF6FD8301}"/>
                </a:ext>
              </a:extLst>
            </p:cNvPr>
            <p:cNvSpPr/>
            <p:nvPr/>
          </p:nvSpPr>
          <p:spPr>
            <a:xfrm>
              <a:off x="10137746" y="1913206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383ADABF-C500-D71D-94EB-BC44B06D853F}"/>
                </a:ext>
              </a:extLst>
            </p:cNvPr>
            <p:cNvSpPr/>
            <p:nvPr/>
          </p:nvSpPr>
          <p:spPr>
            <a:xfrm>
              <a:off x="11034072" y="1922045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1ECDE832-ECB2-1116-8095-F65E95D3DC8B}"/>
                </a:ext>
              </a:extLst>
            </p:cNvPr>
            <p:cNvSpPr/>
            <p:nvPr/>
          </p:nvSpPr>
          <p:spPr>
            <a:xfrm>
              <a:off x="3956809" y="1942466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BCDB8DC3-0C87-0DBF-6AD2-3F96E39066FF}"/>
                </a:ext>
              </a:extLst>
            </p:cNvPr>
            <p:cNvSpPr/>
            <p:nvPr/>
          </p:nvSpPr>
          <p:spPr>
            <a:xfrm>
              <a:off x="4860899" y="1922045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2518980E-3CA3-AE10-A154-2CFCB135FE9B}"/>
                </a:ext>
              </a:extLst>
            </p:cNvPr>
            <p:cNvSpPr/>
            <p:nvPr/>
          </p:nvSpPr>
          <p:spPr>
            <a:xfrm>
              <a:off x="5690106" y="1922613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1D71E87F-0C55-B43B-1121-63D6A05F0912}"/>
                </a:ext>
              </a:extLst>
            </p:cNvPr>
            <p:cNvSpPr/>
            <p:nvPr/>
          </p:nvSpPr>
          <p:spPr>
            <a:xfrm>
              <a:off x="10129982" y="24248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53E27D73-41D1-4021-2D31-9E618F2B97E9}"/>
                </a:ext>
              </a:extLst>
            </p:cNvPr>
            <p:cNvSpPr/>
            <p:nvPr/>
          </p:nvSpPr>
          <p:spPr>
            <a:xfrm>
              <a:off x="11034072" y="2404391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5156113B-BECC-A171-BC0B-4C9B85720CD9}"/>
                </a:ext>
              </a:extLst>
            </p:cNvPr>
            <p:cNvSpPr/>
            <p:nvPr/>
          </p:nvSpPr>
          <p:spPr>
            <a:xfrm>
              <a:off x="3956808" y="2431036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59F493E8-2ADD-C219-93B7-18B474EDCE9E}"/>
                </a:ext>
              </a:extLst>
            </p:cNvPr>
            <p:cNvSpPr/>
            <p:nvPr/>
          </p:nvSpPr>
          <p:spPr>
            <a:xfrm>
              <a:off x="4843477" y="2433850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6C5212C0-D471-ABDF-63BE-D1A065D9B456}"/>
              </a:ext>
            </a:extLst>
          </p:cNvPr>
          <p:cNvGrpSpPr/>
          <p:nvPr/>
        </p:nvGrpSpPr>
        <p:grpSpPr>
          <a:xfrm>
            <a:off x="5927282" y="594382"/>
            <a:ext cx="5083182" cy="1506254"/>
            <a:chOff x="3857618" y="859818"/>
            <a:chExt cx="8197831" cy="2695369"/>
          </a:xfrm>
        </p:grpSpPr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907845A8-A17E-F055-44E6-037DB570EC37}"/>
                </a:ext>
              </a:extLst>
            </p:cNvPr>
            <p:cNvSpPr/>
            <p:nvPr/>
          </p:nvSpPr>
          <p:spPr>
            <a:xfrm>
              <a:off x="5690106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D19AF3D6-0061-0E50-5A0A-89E460B74EC0}"/>
                </a:ext>
              </a:extLst>
            </p:cNvPr>
            <p:cNvSpPr/>
            <p:nvPr/>
          </p:nvSpPr>
          <p:spPr>
            <a:xfrm>
              <a:off x="6576292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9856DE26-2FC1-11FE-42AE-CCE263D007D4}"/>
                </a:ext>
              </a:extLst>
            </p:cNvPr>
            <p:cNvSpPr/>
            <p:nvPr/>
          </p:nvSpPr>
          <p:spPr>
            <a:xfrm>
              <a:off x="7474158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3C7FBFB7-385B-A928-BE97-2CC242A918F8}"/>
                </a:ext>
              </a:extLst>
            </p:cNvPr>
            <p:cNvSpPr/>
            <p:nvPr/>
          </p:nvSpPr>
          <p:spPr>
            <a:xfrm>
              <a:off x="8348665" y="1389255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FCCDD5F2-8178-DF83-5E70-2BA8D4B5F09F}"/>
                </a:ext>
              </a:extLst>
            </p:cNvPr>
            <p:cNvSpPr/>
            <p:nvPr/>
          </p:nvSpPr>
          <p:spPr>
            <a:xfrm>
              <a:off x="9223172" y="1398094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F05BC678-E42F-58F1-81D8-7B5B8D903087}"/>
                </a:ext>
              </a:extLst>
            </p:cNvPr>
            <p:cNvSpPr/>
            <p:nvPr/>
          </p:nvSpPr>
          <p:spPr>
            <a:xfrm>
              <a:off x="6174255" y="2292989"/>
              <a:ext cx="3290318" cy="45902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FF0000"/>
                  </a:solidFill>
                </a:rPr>
                <a:t>A</a:t>
              </a:r>
              <a:r>
                <a:rPr lang="zh-CN" altLang="en-US" dirty="0">
                  <a:solidFill>
                    <a:srgbClr val="FF0000"/>
                  </a:solidFill>
                </a:rPr>
                <a:t>文章</a:t>
              </a:r>
              <a:r>
                <a:rPr lang="en-US" altLang="zh-CN" dirty="0">
                  <a:solidFill>
                    <a:srgbClr val="FF0000"/>
                  </a:solidFill>
                </a:rPr>
                <a:t>/</a:t>
              </a:r>
              <a:r>
                <a:rPr lang="zh-CN" altLang="en-US" dirty="0">
                  <a:solidFill>
                    <a:srgbClr val="FF0000"/>
                  </a:solidFill>
                </a:rPr>
                <a:t>发现</a:t>
              </a:r>
              <a:r>
                <a:rPr lang="en-US" altLang="zh-CN" dirty="0">
                  <a:solidFill>
                    <a:srgbClr val="FF0000"/>
                  </a:solidFill>
                </a:rPr>
                <a:t>/</a:t>
              </a:r>
              <a:r>
                <a:rPr lang="zh-CN" altLang="en-US" dirty="0">
                  <a:solidFill>
                    <a:srgbClr val="FF0000"/>
                  </a:solidFill>
                </a:rPr>
                <a:t>学说</a:t>
              </a: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97D1ECA4-98E4-91C4-6B90-EC6DA5284F6F}"/>
                </a:ext>
              </a:extLst>
            </p:cNvPr>
            <p:cNvSpPr txBox="1"/>
            <p:nvPr/>
          </p:nvSpPr>
          <p:spPr>
            <a:xfrm>
              <a:off x="5827798" y="1028762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1-5</a:t>
              </a:r>
              <a:endParaRPr lang="zh-CN" altLang="en-US" dirty="0"/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1BFCC2EA-AD34-1B4F-2614-C20100813809}"/>
                </a:ext>
              </a:extLst>
            </p:cNvPr>
            <p:cNvSpPr txBox="1"/>
            <p:nvPr/>
          </p:nvSpPr>
          <p:spPr>
            <a:xfrm>
              <a:off x="6658549" y="1028762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1-10</a:t>
              </a:r>
              <a:endParaRPr lang="zh-CN" altLang="en-US" dirty="0"/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B50443C2-1E38-002F-74CF-30023FEAFD82}"/>
                </a:ext>
              </a:extLst>
            </p:cNvPr>
            <p:cNvSpPr txBox="1"/>
            <p:nvPr/>
          </p:nvSpPr>
          <p:spPr>
            <a:xfrm>
              <a:off x="7542778" y="1028762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1-15</a:t>
              </a:r>
              <a:endParaRPr lang="zh-CN" altLang="en-US" dirty="0"/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19F02485-6A3C-DA8C-946E-C98746247193}"/>
                </a:ext>
              </a:extLst>
            </p:cNvPr>
            <p:cNvSpPr txBox="1"/>
            <p:nvPr/>
          </p:nvSpPr>
          <p:spPr>
            <a:xfrm>
              <a:off x="8470855" y="1019661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1-20</a:t>
              </a:r>
              <a:endParaRPr lang="zh-CN" altLang="en-US" dirty="0"/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49F71F26-957C-D84A-CB33-DFD56BFF4413}"/>
                </a:ext>
              </a:extLst>
            </p:cNvPr>
            <p:cNvSpPr txBox="1"/>
            <p:nvPr/>
          </p:nvSpPr>
          <p:spPr>
            <a:xfrm>
              <a:off x="9355084" y="1028762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1-25</a:t>
              </a:r>
              <a:endParaRPr lang="zh-CN" altLang="en-US" dirty="0"/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632D8B14-9BB5-FE31-7DFC-26EE504BB2C6}"/>
                </a:ext>
              </a:extLst>
            </p:cNvPr>
            <p:cNvSpPr/>
            <p:nvPr/>
          </p:nvSpPr>
          <p:spPr>
            <a:xfrm>
              <a:off x="5562902" y="2988867"/>
              <a:ext cx="786995" cy="4590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rgbClr val="FF0000"/>
                  </a:solidFill>
                </a:rPr>
                <a:t>Expan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3EE8B4B4-A5C0-AC40-CFE5-E0B9635FA6D6}"/>
                </a:ext>
              </a:extLst>
            </p:cNvPr>
            <p:cNvSpPr/>
            <p:nvPr/>
          </p:nvSpPr>
          <p:spPr>
            <a:xfrm>
              <a:off x="6886953" y="2988867"/>
              <a:ext cx="786995" cy="4590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rgbClr val="FF0000"/>
                  </a:solidFill>
                </a:rPr>
                <a:t>Bridg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860E1366-74FC-F990-2D26-1BBF2FBA02CE}"/>
                </a:ext>
              </a:extLst>
            </p:cNvPr>
            <p:cNvSpPr/>
            <p:nvPr/>
          </p:nvSpPr>
          <p:spPr>
            <a:xfrm>
              <a:off x="8155989" y="2988867"/>
              <a:ext cx="786995" cy="4590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rgbClr val="FF0000"/>
                  </a:solidFill>
                </a:rPr>
                <a:t>Reconf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2F6F635A-C66B-2E7F-4969-091BFAAD3A39}"/>
                </a:ext>
              </a:extLst>
            </p:cNvPr>
            <p:cNvSpPr/>
            <p:nvPr/>
          </p:nvSpPr>
          <p:spPr>
            <a:xfrm>
              <a:off x="9189205" y="2988867"/>
              <a:ext cx="786995" cy="4590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FF0000"/>
                  </a:solidFill>
                </a:rPr>
                <a:t>Compres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64" name="箭头: 右 163">
              <a:extLst>
                <a:ext uri="{FF2B5EF4-FFF2-40B4-BE49-F238E27FC236}">
                  <a16:creationId xmlns:a16="http://schemas.microsoft.com/office/drawing/2014/main" id="{7383294C-4B42-1BE7-B8BB-BAECF391560B}"/>
                </a:ext>
              </a:extLst>
            </p:cNvPr>
            <p:cNvSpPr/>
            <p:nvPr/>
          </p:nvSpPr>
          <p:spPr>
            <a:xfrm rot="16200000">
              <a:off x="7610931" y="1926312"/>
              <a:ext cx="416966" cy="27858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1E94121F-620F-8408-B9D7-A89DFC3FB19D}"/>
                </a:ext>
              </a:extLst>
            </p:cNvPr>
            <p:cNvSpPr/>
            <p:nvPr/>
          </p:nvSpPr>
          <p:spPr>
            <a:xfrm>
              <a:off x="3857618" y="859818"/>
              <a:ext cx="8197831" cy="269536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4E6A7836-5B3A-258B-7506-CE6262544099}"/>
                </a:ext>
              </a:extLst>
            </p:cNvPr>
            <p:cNvSpPr/>
            <p:nvPr/>
          </p:nvSpPr>
          <p:spPr>
            <a:xfrm>
              <a:off x="10127262" y="1377673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726E2AEB-7341-5F7F-9622-6FBEE545B6EC}"/>
                </a:ext>
              </a:extLst>
            </p:cNvPr>
            <p:cNvSpPr/>
            <p:nvPr/>
          </p:nvSpPr>
          <p:spPr>
            <a:xfrm>
              <a:off x="11023588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A335F345-ECD3-C7AE-43D5-246BF9E17EC4}"/>
                </a:ext>
              </a:extLst>
            </p:cNvPr>
            <p:cNvSpPr txBox="1"/>
            <p:nvPr/>
          </p:nvSpPr>
          <p:spPr>
            <a:xfrm>
              <a:off x="10271271" y="1008079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1-20</a:t>
              </a:r>
              <a:endParaRPr lang="zh-CN" altLang="en-US" dirty="0"/>
            </a:p>
          </p:txBody>
        </p: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AB3BF1E7-5B27-B229-1E80-9BA043153E35}"/>
                </a:ext>
              </a:extLst>
            </p:cNvPr>
            <p:cNvSpPr txBox="1"/>
            <p:nvPr/>
          </p:nvSpPr>
          <p:spPr>
            <a:xfrm>
              <a:off x="11155500" y="1017180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1-25</a:t>
              </a:r>
              <a:endParaRPr lang="zh-CN" altLang="en-US" dirty="0"/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E42AE5EE-9771-4D4C-A18A-B734B160D6BD}"/>
                </a:ext>
              </a:extLst>
            </p:cNvPr>
            <p:cNvSpPr/>
            <p:nvPr/>
          </p:nvSpPr>
          <p:spPr>
            <a:xfrm>
              <a:off x="3956809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2C7F5D52-46B0-6D44-5B4E-4403095138BD}"/>
                </a:ext>
              </a:extLst>
            </p:cNvPr>
            <p:cNvSpPr/>
            <p:nvPr/>
          </p:nvSpPr>
          <p:spPr>
            <a:xfrm>
              <a:off x="4842995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2944563C-1FE3-E40B-9F32-188492DF99D6}"/>
                </a:ext>
              </a:extLst>
            </p:cNvPr>
            <p:cNvSpPr txBox="1"/>
            <p:nvPr/>
          </p:nvSpPr>
          <p:spPr>
            <a:xfrm>
              <a:off x="4094501" y="1028762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1-5</a:t>
              </a:r>
              <a:endParaRPr lang="zh-CN" altLang="en-US" dirty="0"/>
            </a:p>
          </p:txBody>
        </p: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CB9E26D1-CE0B-165E-47B1-91655143B2AA}"/>
                </a:ext>
              </a:extLst>
            </p:cNvPr>
            <p:cNvSpPr txBox="1"/>
            <p:nvPr/>
          </p:nvSpPr>
          <p:spPr>
            <a:xfrm>
              <a:off x="4925252" y="1028762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1-10</a:t>
              </a:r>
              <a:endParaRPr lang="zh-CN" altLang="en-US" dirty="0"/>
            </a:p>
          </p:txBody>
        </p: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29AC3564-C7AA-F3CE-0E29-FFF95C5444D9}"/>
                </a:ext>
              </a:extLst>
            </p:cNvPr>
            <p:cNvSpPr/>
            <p:nvPr/>
          </p:nvSpPr>
          <p:spPr>
            <a:xfrm>
              <a:off x="9233656" y="1933627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4392DC46-2526-A47F-E3F9-63333EFEB2DE}"/>
                </a:ext>
              </a:extLst>
            </p:cNvPr>
            <p:cNvSpPr/>
            <p:nvPr/>
          </p:nvSpPr>
          <p:spPr>
            <a:xfrm>
              <a:off x="10137746" y="1913206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97BD0E05-EF1C-9AC4-D981-F6CAA98FB5DE}"/>
                </a:ext>
              </a:extLst>
            </p:cNvPr>
            <p:cNvSpPr/>
            <p:nvPr/>
          </p:nvSpPr>
          <p:spPr>
            <a:xfrm>
              <a:off x="11034072" y="1922045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CAD9B6AB-48CF-11DA-204F-19D0B15CE229}"/>
                </a:ext>
              </a:extLst>
            </p:cNvPr>
            <p:cNvSpPr/>
            <p:nvPr/>
          </p:nvSpPr>
          <p:spPr>
            <a:xfrm>
              <a:off x="3956809" y="1942466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3A5F9CDF-5988-F424-3F44-2B772AAB5553}"/>
                </a:ext>
              </a:extLst>
            </p:cNvPr>
            <p:cNvSpPr/>
            <p:nvPr/>
          </p:nvSpPr>
          <p:spPr>
            <a:xfrm>
              <a:off x="4860899" y="1922045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FA2EA107-F0B5-502C-9855-161AA325AA7E}"/>
                </a:ext>
              </a:extLst>
            </p:cNvPr>
            <p:cNvSpPr/>
            <p:nvPr/>
          </p:nvSpPr>
          <p:spPr>
            <a:xfrm>
              <a:off x="5690106" y="1922613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矩形 179">
              <a:extLst>
                <a:ext uri="{FF2B5EF4-FFF2-40B4-BE49-F238E27FC236}">
                  <a16:creationId xmlns:a16="http://schemas.microsoft.com/office/drawing/2014/main" id="{7B7B5EED-143A-59F5-9989-CF742357B834}"/>
                </a:ext>
              </a:extLst>
            </p:cNvPr>
            <p:cNvSpPr/>
            <p:nvPr/>
          </p:nvSpPr>
          <p:spPr>
            <a:xfrm>
              <a:off x="10129982" y="24248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198DEC28-CB18-C6D3-5859-7770454393EE}"/>
                </a:ext>
              </a:extLst>
            </p:cNvPr>
            <p:cNvSpPr/>
            <p:nvPr/>
          </p:nvSpPr>
          <p:spPr>
            <a:xfrm>
              <a:off x="11034072" y="2404391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6C1D6285-2978-8B32-3286-B7B86EB138F7}"/>
                </a:ext>
              </a:extLst>
            </p:cNvPr>
            <p:cNvSpPr/>
            <p:nvPr/>
          </p:nvSpPr>
          <p:spPr>
            <a:xfrm>
              <a:off x="3956808" y="2431036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A088100C-3F65-0C4B-35D7-3AA7ACF4D512}"/>
                </a:ext>
              </a:extLst>
            </p:cNvPr>
            <p:cNvSpPr/>
            <p:nvPr/>
          </p:nvSpPr>
          <p:spPr>
            <a:xfrm>
              <a:off x="4843477" y="2433850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E432A20B-177B-461A-D4EF-893CF7C0CD86}"/>
              </a:ext>
            </a:extLst>
          </p:cNvPr>
          <p:cNvGrpSpPr/>
          <p:nvPr/>
        </p:nvGrpSpPr>
        <p:grpSpPr>
          <a:xfrm>
            <a:off x="520061" y="653649"/>
            <a:ext cx="5083182" cy="1506254"/>
            <a:chOff x="3857618" y="859818"/>
            <a:chExt cx="8197831" cy="2695369"/>
          </a:xfrm>
        </p:grpSpPr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8F871F7B-6E41-8FC2-7B3F-59B50ACE1275}"/>
                </a:ext>
              </a:extLst>
            </p:cNvPr>
            <p:cNvSpPr/>
            <p:nvPr/>
          </p:nvSpPr>
          <p:spPr>
            <a:xfrm>
              <a:off x="5690106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AB912234-B978-8B87-E453-729B69F1FF43}"/>
                </a:ext>
              </a:extLst>
            </p:cNvPr>
            <p:cNvSpPr/>
            <p:nvPr/>
          </p:nvSpPr>
          <p:spPr>
            <a:xfrm>
              <a:off x="6576292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682A1169-F0C0-83E4-8FD2-72E9E982C0BD}"/>
                </a:ext>
              </a:extLst>
            </p:cNvPr>
            <p:cNvSpPr/>
            <p:nvPr/>
          </p:nvSpPr>
          <p:spPr>
            <a:xfrm>
              <a:off x="7474158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8AFCDF71-3BCE-2288-4CA0-B04024A8AD5A}"/>
                </a:ext>
              </a:extLst>
            </p:cNvPr>
            <p:cNvSpPr/>
            <p:nvPr/>
          </p:nvSpPr>
          <p:spPr>
            <a:xfrm>
              <a:off x="8348665" y="1389255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6905F73D-3F8E-204C-2493-5E8F869643F8}"/>
                </a:ext>
              </a:extLst>
            </p:cNvPr>
            <p:cNvSpPr/>
            <p:nvPr/>
          </p:nvSpPr>
          <p:spPr>
            <a:xfrm>
              <a:off x="9223172" y="1398094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F71CCD7B-41C4-6D37-3843-A0FFBE333765}"/>
                </a:ext>
              </a:extLst>
            </p:cNvPr>
            <p:cNvSpPr/>
            <p:nvPr/>
          </p:nvSpPr>
          <p:spPr>
            <a:xfrm>
              <a:off x="6174255" y="2292989"/>
              <a:ext cx="3290318" cy="45902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FF0000"/>
                  </a:solidFill>
                </a:rPr>
                <a:t>A</a:t>
              </a:r>
              <a:r>
                <a:rPr lang="zh-CN" altLang="en-US" dirty="0">
                  <a:solidFill>
                    <a:srgbClr val="FF0000"/>
                  </a:solidFill>
                </a:rPr>
                <a:t>文章</a:t>
              </a:r>
              <a:r>
                <a:rPr lang="en-US" altLang="zh-CN" dirty="0">
                  <a:solidFill>
                    <a:srgbClr val="FF0000"/>
                  </a:solidFill>
                </a:rPr>
                <a:t>/</a:t>
              </a:r>
              <a:r>
                <a:rPr lang="zh-CN" altLang="en-US" dirty="0">
                  <a:solidFill>
                    <a:srgbClr val="FF0000"/>
                  </a:solidFill>
                </a:rPr>
                <a:t>发现</a:t>
              </a:r>
              <a:r>
                <a:rPr lang="en-US" altLang="zh-CN" dirty="0">
                  <a:solidFill>
                    <a:srgbClr val="FF0000"/>
                  </a:solidFill>
                </a:rPr>
                <a:t>/</a:t>
              </a:r>
              <a:r>
                <a:rPr lang="zh-CN" altLang="en-US" dirty="0">
                  <a:solidFill>
                    <a:srgbClr val="FF0000"/>
                  </a:solidFill>
                </a:rPr>
                <a:t>学说</a:t>
              </a:r>
            </a:p>
          </p:txBody>
        </p: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3D8AD6BD-3E4F-BAFF-27CE-6AD548B7C808}"/>
                </a:ext>
              </a:extLst>
            </p:cNvPr>
            <p:cNvSpPr txBox="1"/>
            <p:nvPr/>
          </p:nvSpPr>
          <p:spPr>
            <a:xfrm>
              <a:off x="5827798" y="1028762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1-5</a:t>
              </a:r>
              <a:endParaRPr lang="zh-CN" altLang="en-US" dirty="0"/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034927DB-0AB4-2FFC-C33F-F7CFD5C780B1}"/>
                </a:ext>
              </a:extLst>
            </p:cNvPr>
            <p:cNvSpPr txBox="1"/>
            <p:nvPr/>
          </p:nvSpPr>
          <p:spPr>
            <a:xfrm>
              <a:off x="6658549" y="1028762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1-10</a:t>
              </a:r>
              <a:endParaRPr lang="zh-CN" altLang="en-US" dirty="0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23634956-ABCB-94C3-3088-C0D21BDBA32B}"/>
                </a:ext>
              </a:extLst>
            </p:cNvPr>
            <p:cNvSpPr txBox="1"/>
            <p:nvPr/>
          </p:nvSpPr>
          <p:spPr>
            <a:xfrm>
              <a:off x="7542778" y="1028762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1-15</a:t>
              </a:r>
              <a:endParaRPr lang="zh-CN" altLang="en-US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F8C2E139-298C-3D4D-2B53-3FCD3BB6393C}"/>
                </a:ext>
              </a:extLst>
            </p:cNvPr>
            <p:cNvSpPr txBox="1"/>
            <p:nvPr/>
          </p:nvSpPr>
          <p:spPr>
            <a:xfrm>
              <a:off x="8470855" y="1019661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1-20</a:t>
              </a:r>
              <a:endParaRPr lang="zh-CN" altLang="en-US" dirty="0"/>
            </a:p>
          </p:txBody>
        </p:sp>
        <p:sp>
          <p:nvSpPr>
            <p:cNvPr id="195" name="文本框 194">
              <a:extLst>
                <a:ext uri="{FF2B5EF4-FFF2-40B4-BE49-F238E27FC236}">
                  <a16:creationId xmlns:a16="http://schemas.microsoft.com/office/drawing/2014/main" id="{EE1F8332-362B-B0FF-C606-E24B39E1A2BA}"/>
                </a:ext>
              </a:extLst>
            </p:cNvPr>
            <p:cNvSpPr txBox="1"/>
            <p:nvPr/>
          </p:nvSpPr>
          <p:spPr>
            <a:xfrm>
              <a:off x="9355084" y="1028762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1-25</a:t>
              </a:r>
              <a:endParaRPr lang="zh-CN" altLang="en-US" dirty="0"/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14C7A08B-9331-6674-0012-7277BE56DDAC}"/>
                </a:ext>
              </a:extLst>
            </p:cNvPr>
            <p:cNvSpPr/>
            <p:nvPr/>
          </p:nvSpPr>
          <p:spPr>
            <a:xfrm>
              <a:off x="5562902" y="2988867"/>
              <a:ext cx="786995" cy="4590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rgbClr val="FF0000"/>
                  </a:solidFill>
                </a:rPr>
                <a:t>Expan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CAEAD9C5-C460-37A9-AF5B-56CFE0563695}"/>
                </a:ext>
              </a:extLst>
            </p:cNvPr>
            <p:cNvSpPr/>
            <p:nvPr/>
          </p:nvSpPr>
          <p:spPr>
            <a:xfrm>
              <a:off x="6886953" y="2988867"/>
              <a:ext cx="786995" cy="4590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rgbClr val="FF0000"/>
                  </a:solidFill>
                </a:rPr>
                <a:t>Bridg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45CAB3EE-B9D9-0F5B-C13B-FC75B97C44FA}"/>
                </a:ext>
              </a:extLst>
            </p:cNvPr>
            <p:cNvSpPr/>
            <p:nvPr/>
          </p:nvSpPr>
          <p:spPr>
            <a:xfrm>
              <a:off x="8155989" y="2988867"/>
              <a:ext cx="786995" cy="4590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rgbClr val="FF0000"/>
                  </a:solidFill>
                </a:rPr>
                <a:t>Reconf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99" name="矩形 198">
              <a:extLst>
                <a:ext uri="{FF2B5EF4-FFF2-40B4-BE49-F238E27FC236}">
                  <a16:creationId xmlns:a16="http://schemas.microsoft.com/office/drawing/2014/main" id="{6A43E3D1-2144-89C4-CC2D-8C091927F444}"/>
                </a:ext>
              </a:extLst>
            </p:cNvPr>
            <p:cNvSpPr/>
            <p:nvPr/>
          </p:nvSpPr>
          <p:spPr>
            <a:xfrm>
              <a:off x="9189205" y="2988867"/>
              <a:ext cx="786995" cy="4590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FF0000"/>
                  </a:solidFill>
                </a:rPr>
                <a:t>Compres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200" name="箭头: 右 199">
              <a:extLst>
                <a:ext uri="{FF2B5EF4-FFF2-40B4-BE49-F238E27FC236}">
                  <a16:creationId xmlns:a16="http://schemas.microsoft.com/office/drawing/2014/main" id="{218A7D6E-F11B-383A-7D44-7A5E6501AE49}"/>
                </a:ext>
              </a:extLst>
            </p:cNvPr>
            <p:cNvSpPr/>
            <p:nvPr/>
          </p:nvSpPr>
          <p:spPr>
            <a:xfrm rot="16200000">
              <a:off x="7610931" y="1926312"/>
              <a:ext cx="416966" cy="27858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0A328410-2AA8-58E3-5BCA-F2AC9798B692}"/>
                </a:ext>
              </a:extLst>
            </p:cNvPr>
            <p:cNvSpPr/>
            <p:nvPr/>
          </p:nvSpPr>
          <p:spPr>
            <a:xfrm>
              <a:off x="3857618" y="859818"/>
              <a:ext cx="8197831" cy="269536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217B7669-D1E9-277C-0D21-B74EA612E5E8}"/>
                </a:ext>
              </a:extLst>
            </p:cNvPr>
            <p:cNvSpPr/>
            <p:nvPr/>
          </p:nvSpPr>
          <p:spPr>
            <a:xfrm>
              <a:off x="10127262" y="1377673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92F5AA1F-DB2D-C6A7-57CA-B8C98884AEFA}"/>
                </a:ext>
              </a:extLst>
            </p:cNvPr>
            <p:cNvSpPr/>
            <p:nvPr/>
          </p:nvSpPr>
          <p:spPr>
            <a:xfrm>
              <a:off x="11023588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81B3B4A0-20E5-5D6B-55B2-C461E4EAF869}"/>
                </a:ext>
              </a:extLst>
            </p:cNvPr>
            <p:cNvSpPr txBox="1"/>
            <p:nvPr/>
          </p:nvSpPr>
          <p:spPr>
            <a:xfrm>
              <a:off x="10271271" y="1008079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1-20</a:t>
              </a:r>
              <a:endParaRPr lang="zh-CN" altLang="en-US" dirty="0"/>
            </a:p>
          </p:txBody>
        </p:sp>
        <p:sp>
          <p:nvSpPr>
            <p:cNvPr id="205" name="文本框 204">
              <a:extLst>
                <a:ext uri="{FF2B5EF4-FFF2-40B4-BE49-F238E27FC236}">
                  <a16:creationId xmlns:a16="http://schemas.microsoft.com/office/drawing/2014/main" id="{74BBC9F7-BBA6-F29E-B983-849213C65D3C}"/>
                </a:ext>
              </a:extLst>
            </p:cNvPr>
            <p:cNvSpPr txBox="1"/>
            <p:nvPr/>
          </p:nvSpPr>
          <p:spPr>
            <a:xfrm>
              <a:off x="11155500" y="1017180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1-25</a:t>
              </a:r>
              <a:endParaRPr lang="zh-CN" altLang="en-US" dirty="0"/>
            </a:p>
          </p:txBody>
        </p:sp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48E04562-BEBD-41A6-8126-F5D86358ED7C}"/>
                </a:ext>
              </a:extLst>
            </p:cNvPr>
            <p:cNvSpPr/>
            <p:nvPr/>
          </p:nvSpPr>
          <p:spPr>
            <a:xfrm>
              <a:off x="3956809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DD047FF6-7CD8-D5C6-A8E1-391CAA97A999}"/>
                </a:ext>
              </a:extLst>
            </p:cNvPr>
            <p:cNvSpPr/>
            <p:nvPr/>
          </p:nvSpPr>
          <p:spPr>
            <a:xfrm>
              <a:off x="4842995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514310C8-AAA5-791C-CC51-B3875397227E}"/>
                </a:ext>
              </a:extLst>
            </p:cNvPr>
            <p:cNvSpPr txBox="1"/>
            <p:nvPr/>
          </p:nvSpPr>
          <p:spPr>
            <a:xfrm>
              <a:off x="4094501" y="1028762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1-5</a:t>
              </a:r>
              <a:endParaRPr lang="zh-CN" altLang="en-US" dirty="0"/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DEAFE892-AB16-2A79-6184-0CE01456E877}"/>
                </a:ext>
              </a:extLst>
            </p:cNvPr>
            <p:cNvSpPr txBox="1"/>
            <p:nvPr/>
          </p:nvSpPr>
          <p:spPr>
            <a:xfrm>
              <a:off x="4925252" y="1028762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1-10</a:t>
              </a:r>
              <a:endParaRPr lang="zh-CN" altLang="en-US" dirty="0"/>
            </a:p>
          </p:txBody>
        </p:sp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B54CFC0F-8985-9D09-9AFF-8D3A2556BAA5}"/>
                </a:ext>
              </a:extLst>
            </p:cNvPr>
            <p:cNvSpPr/>
            <p:nvPr/>
          </p:nvSpPr>
          <p:spPr>
            <a:xfrm>
              <a:off x="9233656" y="1933627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DB34E0F3-1BD8-B08B-C7D8-7BC254754812}"/>
                </a:ext>
              </a:extLst>
            </p:cNvPr>
            <p:cNvSpPr/>
            <p:nvPr/>
          </p:nvSpPr>
          <p:spPr>
            <a:xfrm>
              <a:off x="10137746" y="1913206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id="{F19AE283-C791-6039-3E19-38BC7EA03A12}"/>
                </a:ext>
              </a:extLst>
            </p:cNvPr>
            <p:cNvSpPr/>
            <p:nvPr/>
          </p:nvSpPr>
          <p:spPr>
            <a:xfrm>
              <a:off x="11034072" y="1922045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8C2552C4-5E62-913C-00FE-493733FE9A88}"/>
                </a:ext>
              </a:extLst>
            </p:cNvPr>
            <p:cNvSpPr/>
            <p:nvPr/>
          </p:nvSpPr>
          <p:spPr>
            <a:xfrm>
              <a:off x="3956809" y="1942466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B8A12A91-B2B3-92DB-9997-49DE73228F9A}"/>
                </a:ext>
              </a:extLst>
            </p:cNvPr>
            <p:cNvSpPr/>
            <p:nvPr/>
          </p:nvSpPr>
          <p:spPr>
            <a:xfrm>
              <a:off x="4860899" y="1922045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E466110B-0923-F419-4C66-80E6122DE4D6}"/>
                </a:ext>
              </a:extLst>
            </p:cNvPr>
            <p:cNvSpPr/>
            <p:nvPr/>
          </p:nvSpPr>
          <p:spPr>
            <a:xfrm>
              <a:off x="5690106" y="1922613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DA0CE8E6-CD19-1EB8-E163-C5B796DFFB99}"/>
                </a:ext>
              </a:extLst>
            </p:cNvPr>
            <p:cNvSpPr/>
            <p:nvPr/>
          </p:nvSpPr>
          <p:spPr>
            <a:xfrm>
              <a:off x="10129982" y="24248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79463ED5-DCA9-385B-33DC-8F3FED2B7E59}"/>
                </a:ext>
              </a:extLst>
            </p:cNvPr>
            <p:cNvSpPr/>
            <p:nvPr/>
          </p:nvSpPr>
          <p:spPr>
            <a:xfrm>
              <a:off x="11034072" y="2404391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51A912C4-87EA-2073-C0EE-3615D50B5391}"/>
                </a:ext>
              </a:extLst>
            </p:cNvPr>
            <p:cNvSpPr/>
            <p:nvPr/>
          </p:nvSpPr>
          <p:spPr>
            <a:xfrm>
              <a:off x="3956808" y="2431036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11717D16-0F9C-D743-D25B-D9394CB36981}"/>
                </a:ext>
              </a:extLst>
            </p:cNvPr>
            <p:cNvSpPr/>
            <p:nvPr/>
          </p:nvSpPr>
          <p:spPr>
            <a:xfrm>
              <a:off x="4843477" y="2433850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A8DE322A-78B6-6EE2-473B-5DEE95E78D12}"/>
              </a:ext>
            </a:extLst>
          </p:cNvPr>
          <p:cNvGrpSpPr/>
          <p:nvPr/>
        </p:nvGrpSpPr>
        <p:grpSpPr>
          <a:xfrm>
            <a:off x="520061" y="2347783"/>
            <a:ext cx="5083182" cy="1506254"/>
            <a:chOff x="3857618" y="859818"/>
            <a:chExt cx="8197831" cy="2695369"/>
          </a:xfrm>
        </p:grpSpPr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E2B18F84-63D7-0886-B209-C5B2DE3307E4}"/>
                </a:ext>
              </a:extLst>
            </p:cNvPr>
            <p:cNvSpPr/>
            <p:nvPr/>
          </p:nvSpPr>
          <p:spPr>
            <a:xfrm>
              <a:off x="5690106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矩形 221">
              <a:extLst>
                <a:ext uri="{FF2B5EF4-FFF2-40B4-BE49-F238E27FC236}">
                  <a16:creationId xmlns:a16="http://schemas.microsoft.com/office/drawing/2014/main" id="{BAC5A9D4-28A0-E163-5C42-A794A091C35C}"/>
                </a:ext>
              </a:extLst>
            </p:cNvPr>
            <p:cNvSpPr/>
            <p:nvPr/>
          </p:nvSpPr>
          <p:spPr>
            <a:xfrm>
              <a:off x="6576292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ED28EF73-56C3-EBEE-F207-6AAB2DBDACB1}"/>
                </a:ext>
              </a:extLst>
            </p:cNvPr>
            <p:cNvSpPr/>
            <p:nvPr/>
          </p:nvSpPr>
          <p:spPr>
            <a:xfrm>
              <a:off x="7474158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矩形 223">
              <a:extLst>
                <a:ext uri="{FF2B5EF4-FFF2-40B4-BE49-F238E27FC236}">
                  <a16:creationId xmlns:a16="http://schemas.microsoft.com/office/drawing/2014/main" id="{25BAC5B6-4907-0684-B4A5-234D129E22B8}"/>
                </a:ext>
              </a:extLst>
            </p:cNvPr>
            <p:cNvSpPr/>
            <p:nvPr/>
          </p:nvSpPr>
          <p:spPr>
            <a:xfrm>
              <a:off x="8348665" y="1389255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矩形 224">
              <a:extLst>
                <a:ext uri="{FF2B5EF4-FFF2-40B4-BE49-F238E27FC236}">
                  <a16:creationId xmlns:a16="http://schemas.microsoft.com/office/drawing/2014/main" id="{D2A39DAA-19FA-7FE9-6231-02F06D3ABDBC}"/>
                </a:ext>
              </a:extLst>
            </p:cNvPr>
            <p:cNvSpPr/>
            <p:nvPr/>
          </p:nvSpPr>
          <p:spPr>
            <a:xfrm>
              <a:off x="9223172" y="1398094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26F6F526-17D8-084F-F39D-6D0454CE1E4C}"/>
                </a:ext>
              </a:extLst>
            </p:cNvPr>
            <p:cNvSpPr/>
            <p:nvPr/>
          </p:nvSpPr>
          <p:spPr>
            <a:xfrm>
              <a:off x="6174255" y="2292989"/>
              <a:ext cx="3290318" cy="45902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FF0000"/>
                  </a:solidFill>
                </a:rPr>
                <a:t>A</a:t>
              </a:r>
              <a:r>
                <a:rPr lang="zh-CN" altLang="en-US" dirty="0">
                  <a:solidFill>
                    <a:srgbClr val="FF0000"/>
                  </a:solidFill>
                </a:rPr>
                <a:t>文章</a:t>
              </a:r>
              <a:r>
                <a:rPr lang="en-US" altLang="zh-CN" dirty="0">
                  <a:solidFill>
                    <a:srgbClr val="FF0000"/>
                  </a:solidFill>
                </a:rPr>
                <a:t>/</a:t>
              </a:r>
              <a:r>
                <a:rPr lang="zh-CN" altLang="en-US" dirty="0">
                  <a:solidFill>
                    <a:srgbClr val="FF0000"/>
                  </a:solidFill>
                </a:rPr>
                <a:t>发现</a:t>
              </a:r>
              <a:r>
                <a:rPr lang="en-US" altLang="zh-CN" dirty="0">
                  <a:solidFill>
                    <a:srgbClr val="FF0000"/>
                  </a:solidFill>
                </a:rPr>
                <a:t>/</a:t>
              </a:r>
              <a:r>
                <a:rPr lang="zh-CN" altLang="en-US" dirty="0">
                  <a:solidFill>
                    <a:srgbClr val="FF0000"/>
                  </a:solidFill>
                </a:rPr>
                <a:t>学说</a:t>
              </a:r>
            </a:p>
          </p:txBody>
        </p:sp>
        <p:sp>
          <p:nvSpPr>
            <p:cNvPr id="227" name="文本框 226">
              <a:extLst>
                <a:ext uri="{FF2B5EF4-FFF2-40B4-BE49-F238E27FC236}">
                  <a16:creationId xmlns:a16="http://schemas.microsoft.com/office/drawing/2014/main" id="{05B66A24-4C4E-6EF4-8709-FFE40688F2C5}"/>
                </a:ext>
              </a:extLst>
            </p:cNvPr>
            <p:cNvSpPr txBox="1"/>
            <p:nvPr/>
          </p:nvSpPr>
          <p:spPr>
            <a:xfrm>
              <a:off x="5827798" y="1028762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1-5</a:t>
              </a:r>
              <a:endParaRPr lang="zh-CN" altLang="en-US" dirty="0"/>
            </a:p>
          </p:txBody>
        </p:sp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9CCBCA2A-3386-B516-A4D2-471811729D1B}"/>
                </a:ext>
              </a:extLst>
            </p:cNvPr>
            <p:cNvSpPr txBox="1"/>
            <p:nvPr/>
          </p:nvSpPr>
          <p:spPr>
            <a:xfrm>
              <a:off x="6658549" y="1028762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1-10</a:t>
              </a:r>
              <a:endParaRPr lang="zh-CN" altLang="en-US" dirty="0"/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6A34FF4F-1BA2-6879-36DB-83F9BEA3B64F}"/>
                </a:ext>
              </a:extLst>
            </p:cNvPr>
            <p:cNvSpPr txBox="1"/>
            <p:nvPr/>
          </p:nvSpPr>
          <p:spPr>
            <a:xfrm>
              <a:off x="7542778" y="1028762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1-15</a:t>
              </a:r>
              <a:endParaRPr lang="zh-CN" altLang="en-US" dirty="0"/>
            </a:p>
          </p:txBody>
        </p:sp>
        <p:sp>
          <p:nvSpPr>
            <p:cNvPr id="230" name="文本框 229">
              <a:extLst>
                <a:ext uri="{FF2B5EF4-FFF2-40B4-BE49-F238E27FC236}">
                  <a16:creationId xmlns:a16="http://schemas.microsoft.com/office/drawing/2014/main" id="{7611B96B-ED67-A9C3-2E43-B445121ACEA2}"/>
                </a:ext>
              </a:extLst>
            </p:cNvPr>
            <p:cNvSpPr txBox="1"/>
            <p:nvPr/>
          </p:nvSpPr>
          <p:spPr>
            <a:xfrm>
              <a:off x="8470855" y="1019661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1-20</a:t>
              </a:r>
              <a:endParaRPr lang="zh-CN" altLang="en-US" dirty="0"/>
            </a:p>
          </p:txBody>
        </p:sp>
        <p:sp>
          <p:nvSpPr>
            <p:cNvPr id="231" name="文本框 230">
              <a:extLst>
                <a:ext uri="{FF2B5EF4-FFF2-40B4-BE49-F238E27FC236}">
                  <a16:creationId xmlns:a16="http://schemas.microsoft.com/office/drawing/2014/main" id="{90E88A1D-5836-3CF5-7835-6D8CAB62DE79}"/>
                </a:ext>
              </a:extLst>
            </p:cNvPr>
            <p:cNvSpPr txBox="1"/>
            <p:nvPr/>
          </p:nvSpPr>
          <p:spPr>
            <a:xfrm>
              <a:off x="9355084" y="1028762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1-25</a:t>
              </a:r>
              <a:endParaRPr lang="zh-CN" altLang="en-US" dirty="0"/>
            </a:p>
          </p:txBody>
        </p:sp>
        <p:sp>
          <p:nvSpPr>
            <p:cNvPr id="232" name="矩形 231">
              <a:extLst>
                <a:ext uri="{FF2B5EF4-FFF2-40B4-BE49-F238E27FC236}">
                  <a16:creationId xmlns:a16="http://schemas.microsoft.com/office/drawing/2014/main" id="{76218264-05A2-D4D2-2178-BEEF09CBF27C}"/>
                </a:ext>
              </a:extLst>
            </p:cNvPr>
            <p:cNvSpPr/>
            <p:nvPr/>
          </p:nvSpPr>
          <p:spPr>
            <a:xfrm>
              <a:off x="5562902" y="2988867"/>
              <a:ext cx="786995" cy="4590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rgbClr val="FF0000"/>
                  </a:solidFill>
                </a:rPr>
                <a:t>Expan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233" name="矩形 232">
              <a:extLst>
                <a:ext uri="{FF2B5EF4-FFF2-40B4-BE49-F238E27FC236}">
                  <a16:creationId xmlns:a16="http://schemas.microsoft.com/office/drawing/2014/main" id="{40A219B1-D459-D31A-58A9-3BC54B05ECA7}"/>
                </a:ext>
              </a:extLst>
            </p:cNvPr>
            <p:cNvSpPr/>
            <p:nvPr/>
          </p:nvSpPr>
          <p:spPr>
            <a:xfrm>
              <a:off x="6886953" y="2988867"/>
              <a:ext cx="786995" cy="4590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rgbClr val="FF0000"/>
                  </a:solidFill>
                </a:rPr>
                <a:t>Bridg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234" name="矩形 233">
              <a:extLst>
                <a:ext uri="{FF2B5EF4-FFF2-40B4-BE49-F238E27FC236}">
                  <a16:creationId xmlns:a16="http://schemas.microsoft.com/office/drawing/2014/main" id="{FB601C35-7BDF-50BA-012B-A7BE5E6591CE}"/>
                </a:ext>
              </a:extLst>
            </p:cNvPr>
            <p:cNvSpPr/>
            <p:nvPr/>
          </p:nvSpPr>
          <p:spPr>
            <a:xfrm>
              <a:off x="8155989" y="2988867"/>
              <a:ext cx="786995" cy="4590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rgbClr val="FF0000"/>
                  </a:solidFill>
                </a:rPr>
                <a:t>Reconf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235" name="矩形 234">
              <a:extLst>
                <a:ext uri="{FF2B5EF4-FFF2-40B4-BE49-F238E27FC236}">
                  <a16:creationId xmlns:a16="http://schemas.microsoft.com/office/drawing/2014/main" id="{722EF79A-824E-E6A1-2424-8AA5D611D6B4}"/>
                </a:ext>
              </a:extLst>
            </p:cNvPr>
            <p:cNvSpPr/>
            <p:nvPr/>
          </p:nvSpPr>
          <p:spPr>
            <a:xfrm>
              <a:off x="9189205" y="2988867"/>
              <a:ext cx="786995" cy="4590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FF0000"/>
                  </a:solidFill>
                </a:rPr>
                <a:t>Compres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236" name="箭头: 右 235">
              <a:extLst>
                <a:ext uri="{FF2B5EF4-FFF2-40B4-BE49-F238E27FC236}">
                  <a16:creationId xmlns:a16="http://schemas.microsoft.com/office/drawing/2014/main" id="{DE6CB56E-E78C-9B1A-BF24-A63403BA77B2}"/>
                </a:ext>
              </a:extLst>
            </p:cNvPr>
            <p:cNvSpPr/>
            <p:nvPr/>
          </p:nvSpPr>
          <p:spPr>
            <a:xfrm rot="16200000">
              <a:off x="7610931" y="1926312"/>
              <a:ext cx="416966" cy="27858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矩形 236">
              <a:extLst>
                <a:ext uri="{FF2B5EF4-FFF2-40B4-BE49-F238E27FC236}">
                  <a16:creationId xmlns:a16="http://schemas.microsoft.com/office/drawing/2014/main" id="{002671AA-154B-34BA-4803-046029073942}"/>
                </a:ext>
              </a:extLst>
            </p:cNvPr>
            <p:cNvSpPr/>
            <p:nvPr/>
          </p:nvSpPr>
          <p:spPr>
            <a:xfrm>
              <a:off x="3857618" y="859818"/>
              <a:ext cx="8197831" cy="269536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8" name="矩形 237">
              <a:extLst>
                <a:ext uri="{FF2B5EF4-FFF2-40B4-BE49-F238E27FC236}">
                  <a16:creationId xmlns:a16="http://schemas.microsoft.com/office/drawing/2014/main" id="{88AF874D-97AE-8D35-0C8A-E06F5F26CAAA}"/>
                </a:ext>
              </a:extLst>
            </p:cNvPr>
            <p:cNvSpPr/>
            <p:nvPr/>
          </p:nvSpPr>
          <p:spPr>
            <a:xfrm>
              <a:off x="10127262" y="1377673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矩形 238">
              <a:extLst>
                <a:ext uri="{FF2B5EF4-FFF2-40B4-BE49-F238E27FC236}">
                  <a16:creationId xmlns:a16="http://schemas.microsoft.com/office/drawing/2014/main" id="{E374A3EF-0AE7-E089-C34F-78D6A778EEE0}"/>
                </a:ext>
              </a:extLst>
            </p:cNvPr>
            <p:cNvSpPr/>
            <p:nvPr/>
          </p:nvSpPr>
          <p:spPr>
            <a:xfrm>
              <a:off x="11023588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3BA3915C-4F9B-B7C9-86C2-5EB68CAF3472}"/>
                </a:ext>
              </a:extLst>
            </p:cNvPr>
            <p:cNvSpPr txBox="1"/>
            <p:nvPr/>
          </p:nvSpPr>
          <p:spPr>
            <a:xfrm>
              <a:off x="10271271" y="1008079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1-20</a:t>
              </a:r>
              <a:endParaRPr lang="zh-CN" altLang="en-US" dirty="0"/>
            </a:p>
          </p:txBody>
        </p:sp>
        <p:sp>
          <p:nvSpPr>
            <p:cNvPr id="241" name="文本框 240">
              <a:extLst>
                <a:ext uri="{FF2B5EF4-FFF2-40B4-BE49-F238E27FC236}">
                  <a16:creationId xmlns:a16="http://schemas.microsoft.com/office/drawing/2014/main" id="{4CD615B2-037B-73D7-BAE1-C1509591B469}"/>
                </a:ext>
              </a:extLst>
            </p:cNvPr>
            <p:cNvSpPr txBox="1"/>
            <p:nvPr/>
          </p:nvSpPr>
          <p:spPr>
            <a:xfrm>
              <a:off x="11155500" y="1017180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1-25</a:t>
              </a:r>
              <a:endParaRPr lang="zh-CN" altLang="en-US" dirty="0"/>
            </a:p>
          </p:txBody>
        </p:sp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06937F2B-2187-CB1A-A07F-DEF705CB0566}"/>
                </a:ext>
              </a:extLst>
            </p:cNvPr>
            <p:cNvSpPr/>
            <p:nvPr/>
          </p:nvSpPr>
          <p:spPr>
            <a:xfrm>
              <a:off x="3956809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6B6E63B1-9004-2DF0-863C-1EB450E234DD}"/>
                </a:ext>
              </a:extLst>
            </p:cNvPr>
            <p:cNvSpPr/>
            <p:nvPr/>
          </p:nvSpPr>
          <p:spPr>
            <a:xfrm>
              <a:off x="4842995" y="13865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文本框 243">
              <a:extLst>
                <a:ext uri="{FF2B5EF4-FFF2-40B4-BE49-F238E27FC236}">
                  <a16:creationId xmlns:a16="http://schemas.microsoft.com/office/drawing/2014/main" id="{41F44657-1FB8-5F38-50EA-BCAFC14873F1}"/>
                </a:ext>
              </a:extLst>
            </p:cNvPr>
            <p:cNvSpPr txBox="1"/>
            <p:nvPr/>
          </p:nvSpPr>
          <p:spPr>
            <a:xfrm>
              <a:off x="4094501" y="1028762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1-5</a:t>
              </a:r>
              <a:endParaRPr lang="zh-CN" altLang="en-US" dirty="0"/>
            </a:p>
          </p:txBody>
        </p:sp>
        <p:sp>
          <p:nvSpPr>
            <p:cNvPr id="245" name="文本框 244">
              <a:extLst>
                <a:ext uri="{FF2B5EF4-FFF2-40B4-BE49-F238E27FC236}">
                  <a16:creationId xmlns:a16="http://schemas.microsoft.com/office/drawing/2014/main" id="{0C5012B2-7B2A-C28E-8AFD-AE5C06AE12FF}"/>
                </a:ext>
              </a:extLst>
            </p:cNvPr>
            <p:cNvSpPr txBox="1"/>
            <p:nvPr/>
          </p:nvSpPr>
          <p:spPr>
            <a:xfrm>
              <a:off x="4925252" y="1028762"/>
              <a:ext cx="665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1-10</a:t>
              </a:r>
              <a:endParaRPr lang="zh-CN" altLang="en-US" dirty="0"/>
            </a:p>
          </p:txBody>
        </p: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EA7A70A2-6CFB-0B01-0409-71BA773530A3}"/>
                </a:ext>
              </a:extLst>
            </p:cNvPr>
            <p:cNvSpPr/>
            <p:nvPr/>
          </p:nvSpPr>
          <p:spPr>
            <a:xfrm>
              <a:off x="9233656" y="1933627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矩形 246">
              <a:extLst>
                <a:ext uri="{FF2B5EF4-FFF2-40B4-BE49-F238E27FC236}">
                  <a16:creationId xmlns:a16="http://schemas.microsoft.com/office/drawing/2014/main" id="{77E35BFC-2E42-D6FE-0E23-6609DF10788F}"/>
                </a:ext>
              </a:extLst>
            </p:cNvPr>
            <p:cNvSpPr/>
            <p:nvPr/>
          </p:nvSpPr>
          <p:spPr>
            <a:xfrm>
              <a:off x="10137746" y="1913206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9F9BA7DC-CEF2-BAD6-157E-A421B0C99933}"/>
                </a:ext>
              </a:extLst>
            </p:cNvPr>
            <p:cNvSpPr/>
            <p:nvPr/>
          </p:nvSpPr>
          <p:spPr>
            <a:xfrm>
              <a:off x="11034072" y="1922045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矩形 248">
              <a:extLst>
                <a:ext uri="{FF2B5EF4-FFF2-40B4-BE49-F238E27FC236}">
                  <a16:creationId xmlns:a16="http://schemas.microsoft.com/office/drawing/2014/main" id="{B244F415-96AA-53FF-A6F1-7A7661ACB5A7}"/>
                </a:ext>
              </a:extLst>
            </p:cNvPr>
            <p:cNvSpPr/>
            <p:nvPr/>
          </p:nvSpPr>
          <p:spPr>
            <a:xfrm>
              <a:off x="3956809" y="1942466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矩形 249">
              <a:extLst>
                <a:ext uri="{FF2B5EF4-FFF2-40B4-BE49-F238E27FC236}">
                  <a16:creationId xmlns:a16="http://schemas.microsoft.com/office/drawing/2014/main" id="{191C194C-5871-D4A5-27A9-7F0358449356}"/>
                </a:ext>
              </a:extLst>
            </p:cNvPr>
            <p:cNvSpPr/>
            <p:nvPr/>
          </p:nvSpPr>
          <p:spPr>
            <a:xfrm>
              <a:off x="4860899" y="1922045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1" name="矩形 250">
              <a:extLst>
                <a:ext uri="{FF2B5EF4-FFF2-40B4-BE49-F238E27FC236}">
                  <a16:creationId xmlns:a16="http://schemas.microsoft.com/office/drawing/2014/main" id="{0CD322FF-364B-231C-ED81-EEE0207AD81C}"/>
                </a:ext>
              </a:extLst>
            </p:cNvPr>
            <p:cNvSpPr/>
            <p:nvPr/>
          </p:nvSpPr>
          <p:spPr>
            <a:xfrm>
              <a:off x="5690106" y="1922613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4010A60B-688B-17B3-5FED-80928EC32C4B}"/>
                </a:ext>
              </a:extLst>
            </p:cNvPr>
            <p:cNvSpPr/>
            <p:nvPr/>
          </p:nvSpPr>
          <p:spPr>
            <a:xfrm>
              <a:off x="10129982" y="2424812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56E68F5A-B113-AE5A-296B-AAED4A3914DE}"/>
                </a:ext>
              </a:extLst>
            </p:cNvPr>
            <p:cNvSpPr/>
            <p:nvPr/>
          </p:nvSpPr>
          <p:spPr>
            <a:xfrm>
              <a:off x="11034072" y="2404391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4ABAD3E9-EF14-4C56-91C0-563D65558A77}"/>
                </a:ext>
              </a:extLst>
            </p:cNvPr>
            <p:cNvSpPr/>
            <p:nvPr/>
          </p:nvSpPr>
          <p:spPr>
            <a:xfrm>
              <a:off x="3956808" y="2431036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5" name="矩形 254">
              <a:extLst>
                <a:ext uri="{FF2B5EF4-FFF2-40B4-BE49-F238E27FC236}">
                  <a16:creationId xmlns:a16="http://schemas.microsoft.com/office/drawing/2014/main" id="{4B1B51C1-7947-9CFA-C905-4719B6595356}"/>
                </a:ext>
              </a:extLst>
            </p:cNvPr>
            <p:cNvSpPr/>
            <p:nvPr/>
          </p:nvSpPr>
          <p:spPr>
            <a:xfrm>
              <a:off x="4843477" y="2433850"/>
              <a:ext cx="786995" cy="459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7" name="矩形 256">
            <a:extLst>
              <a:ext uri="{FF2B5EF4-FFF2-40B4-BE49-F238E27FC236}">
                <a16:creationId xmlns:a16="http://schemas.microsoft.com/office/drawing/2014/main" id="{D63E357B-F195-2791-6EBF-71F816EAD108}"/>
              </a:ext>
            </a:extLst>
          </p:cNvPr>
          <p:cNvSpPr/>
          <p:nvPr/>
        </p:nvSpPr>
        <p:spPr>
          <a:xfrm>
            <a:off x="448733" y="546331"/>
            <a:ext cx="10811933" cy="33991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文本框 255">
            <a:extLst>
              <a:ext uri="{FF2B5EF4-FFF2-40B4-BE49-F238E27FC236}">
                <a16:creationId xmlns:a16="http://schemas.microsoft.com/office/drawing/2014/main" id="{B4497767-228A-8AA3-AD48-2D2AEA67A5C4}"/>
              </a:ext>
            </a:extLst>
          </p:cNvPr>
          <p:cNvSpPr txBox="1"/>
          <p:nvPr/>
        </p:nvSpPr>
        <p:spPr>
          <a:xfrm>
            <a:off x="1918161" y="1943598"/>
            <a:ext cx="86196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highlight>
                  <a:srgbClr val="FFFF00"/>
                </a:highlight>
              </a:rPr>
              <a:t>基于知识图谱的泛因素分析，筛选重点因素</a:t>
            </a:r>
            <a:r>
              <a:rPr lang="en-US" altLang="zh-CN" sz="3200" b="1" dirty="0">
                <a:solidFill>
                  <a:srgbClr val="FF0000"/>
                </a:solidFill>
                <a:highlight>
                  <a:srgbClr val="FFFF00"/>
                </a:highlight>
              </a:rPr>
              <a:t>7</a:t>
            </a:r>
            <a:r>
              <a:rPr lang="zh-CN" altLang="en-US" sz="3200" b="1" dirty="0">
                <a:solidFill>
                  <a:srgbClr val="FF0000"/>
                </a:solidFill>
                <a:highlight>
                  <a:srgbClr val="FFFF00"/>
                </a:highlight>
              </a:rPr>
              <a:t>个</a:t>
            </a: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5F08D1FC-9A66-BC0F-AAF0-176217E0C7EB}"/>
              </a:ext>
            </a:extLst>
          </p:cNvPr>
          <p:cNvSpPr txBox="1"/>
          <p:nvPr/>
        </p:nvSpPr>
        <p:spPr>
          <a:xfrm>
            <a:off x="3994652" y="-76924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量化分析（全面、科学量化）</a:t>
            </a:r>
          </a:p>
        </p:txBody>
      </p:sp>
    </p:spTree>
    <p:extLst>
      <p:ext uri="{BB962C8B-B14F-4D97-AF65-F5344CB8AC3E}">
        <p14:creationId xmlns:p14="http://schemas.microsoft.com/office/powerpoint/2010/main" val="253561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11A8802-0215-0552-37E1-8B469EBBC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70" y="0"/>
            <a:ext cx="4285362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A7B7195-917E-0BC9-432D-DD4C81FD7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123" y="1542898"/>
            <a:ext cx="553402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15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113B82FF-7469-1241-D42C-863D235EA2C8}"/>
              </a:ext>
            </a:extLst>
          </p:cNvPr>
          <p:cNvGrpSpPr/>
          <p:nvPr/>
        </p:nvGrpSpPr>
        <p:grpSpPr>
          <a:xfrm>
            <a:off x="4359369" y="3294467"/>
            <a:ext cx="3089771" cy="3513667"/>
            <a:chOff x="3344896" y="1847447"/>
            <a:chExt cx="4954877" cy="5010553"/>
          </a:xfrm>
        </p:grpSpPr>
        <p:sp>
          <p:nvSpPr>
            <p:cNvPr id="4" name="七边形 3">
              <a:extLst>
                <a:ext uri="{FF2B5EF4-FFF2-40B4-BE49-F238E27FC236}">
                  <a16:creationId xmlns:a16="http://schemas.microsoft.com/office/drawing/2014/main" id="{027E497E-DDA1-6D2F-0450-F776CB881FAA}"/>
                </a:ext>
              </a:extLst>
            </p:cNvPr>
            <p:cNvSpPr/>
            <p:nvPr/>
          </p:nvSpPr>
          <p:spPr>
            <a:xfrm>
              <a:off x="3716866" y="2370667"/>
              <a:ext cx="4174067" cy="3962400"/>
            </a:xfrm>
            <a:prstGeom prst="heptagon">
              <a:avLst/>
            </a:prstGeom>
            <a:noFill/>
            <a:ln w="571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B3E34DE-D756-F8C5-9C4C-FCFCC8C05E1C}"/>
                </a:ext>
              </a:extLst>
            </p:cNvPr>
            <p:cNvSpPr txBox="1"/>
            <p:nvPr/>
          </p:nvSpPr>
          <p:spPr>
            <a:xfrm>
              <a:off x="5591341" y="1847447"/>
              <a:ext cx="4251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A</a:t>
              </a:r>
              <a:endParaRPr lang="zh-CN" altLang="en-US" sz="2800" b="1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C6B20FE-EDF7-0010-6063-D465DFDD8E68}"/>
                </a:ext>
              </a:extLst>
            </p:cNvPr>
            <p:cNvSpPr txBox="1"/>
            <p:nvPr/>
          </p:nvSpPr>
          <p:spPr>
            <a:xfrm>
              <a:off x="7465817" y="2626380"/>
              <a:ext cx="4010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B</a:t>
              </a:r>
              <a:endParaRPr lang="zh-CN" altLang="en-US" sz="2800" b="1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2904EC8-319E-35CA-097E-68F425EE2EE4}"/>
                </a:ext>
              </a:extLst>
            </p:cNvPr>
            <p:cNvSpPr txBox="1"/>
            <p:nvPr/>
          </p:nvSpPr>
          <p:spPr>
            <a:xfrm>
              <a:off x="7892289" y="4675313"/>
              <a:ext cx="4074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C</a:t>
              </a:r>
              <a:endParaRPr lang="zh-CN" altLang="en-US" sz="2800" b="1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4B68424-9F28-8470-658E-A1CAC55F7D5F}"/>
                </a:ext>
              </a:extLst>
            </p:cNvPr>
            <p:cNvSpPr txBox="1"/>
            <p:nvPr/>
          </p:nvSpPr>
          <p:spPr>
            <a:xfrm>
              <a:off x="6732356" y="6309380"/>
              <a:ext cx="4427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D</a:t>
              </a:r>
              <a:endParaRPr lang="zh-CN" altLang="en-US" sz="28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53DE5CE-1179-8834-DB78-B94778927F68}"/>
                </a:ext>
              </a:extLst>
            </p:cNvPr>
            <p:cNvSpPr txBox="1"/>
            <p:nvPr/>
          </p:nvSpPr>
          <p:spPr>
            <a:xfrm>
              <a:off x="4560486" y="6334780"/>
              <a:ext cx="3706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E</a:t>
              </a:r>
              <a:endParaRPr lang="zh-CN" altLang="en-US" sz="28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46EB993-509D-DFE4-EFF6-21AA0B76A837}"/>
                </a:ext>
              </a:extLst>
            </p:cNvPr>
            <p:cNvSpPr txBox="1"/>
            <p:nvPr/>
          </p:nvSpPr>
          <p:spPr>
            <a:xfrm>
              <a:off x="3344896" y="4936923"/>
              <a:ext cx="3706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F</a:t>
              </a:r>
              <a:endParaRPr lang="zh-CN" altLang="en-US" sz="2800" b="1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AC31646-EEC5-81F6-B28D-EB4E73C5AA4E}"/>
                </a:ext>
              </a:extLst>
            </p:cNvPr>
            <p:cNvSpPr txBox="1"/>
            <p:nvPr/>
          </p:nvSpPr>
          <p:spPr>
            <a:xfrm>
              <a:off x="3715510" y="2626380"/>
              <a:ext cx="43473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G</a:t>
              </a:r>
              <a:endParaRPr lang="zh-CN" altLang="en-US" sz="2800" b="1" dirty="0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48D5227D-C66B-9CC8-4965-E4A060832C4C}"/>
                </a:ext>
              </a:extLst>
            </p:cNvPr>
            <p:cNvSpPr/>
            <p:nvPr/>
          </p:nvSpPr>
          <p:spPr>
            <a:xfrm>
              <a:off x="4377267" y="2556934"/>
              <a:ext cx="3048000" cy="3733800"/>
            </a:xfrm>
            <a:custGeom>
              <a:avLst/>
              <a:gdLst>
                <a:gd name="csX0" fmla="*/ 1413933 w 3048000"/>
                <a:gd name="csY0" fmla="*/ 0 h 3733800"/>
                <a:gd name="csX1" fmla="*/ 1413933 w 3048000"/>
                <a:gd name="csY1" fmla="*/ 0 h 3733800"/>
                <a:gd name="csX2" fmla="*/ 1041400 w 3048000"/>
                <a:gd name="csY2" fmla="*/ 321733 h 3733800"/>
                <a:gd name="csX3" fmla="*/ 660400 w 3048000"/>
                <a:gd name="csY3" fmla="*/ 677333 h 3733800"/>
                <a:gd name="csX4" fmla="*/ 567266 w 3048000"/>
                <a:gd name="csY4" fmla="*/ 753533 h 3733800"/>
                <a:gd name="csX5" fmla="*/ 372533 w 3048000"/>
                <a:gd name="csY5" fmla="*/ 905933 h 3733800"/>
                <a:gd name="csX6" fmla="*/ 321733 w 3048000"/>
                <a:gd name="csY6" fmla="*/ 922866 h 3733800"/>
                <a:gd name="csX7" fmla="*/ 304800 w 3048000"/>
                <a:gd name="csY7" fmla="*/ 973666 h 3733800"/>
                <a:gd name="csX8" fmla="*/ 228600 w 3048000"/>
                <a:gd name="csY8" fmla="*/ 1278466 h 3733800"/>
                <a:gd name="csX9" fmla="*/ 127000 w 3048000"/>
                <a:gd name="csY9" fmla="*/ 1549400 h 3733800"/>
                <a:gd name="csX10" fmla="*/ 59266 w 3048000"/>
                <a:gd name="csY10" fmla="*/ 1879600 h 3733800"/>
                <a:gd name="csX11" fmla="*/ 0 w 3048000"/>
                <a:gd name="csY11" fmla="*/ 2099733 h 3733800"/>
                <a:gd name="csX12" fmla="*/ 160866 w 3048000"/>
                <a:gd name="csY12" fmla="*/ 2167466 h 3733800"/>
                <a:gd name="csX13" fmla="*/ 880533 w 3048000"/>
                <a:gd name="csY13" fmla="*/ 2429933 h 3733800"/>
                <a:gd name="csX14" fmla="*/ 1143000 w 3048000"/>
                <a:gd name="csY14" fmla="*/ 2743200 h 3733800"/>
                <a:gd name="csX15" fmla="*/ 1659466 w 3048000"/>
                <a:gd name="csY15" fmla="*/ 3445933 h 3733800"/>
                <a:gd name="csX16" fmla="*/ 1744133 w 3048000"/>
                <a:gd name="csY16" fmla="*/ 3513666 h 3733800"/>
                <a:gd name="csX17" fmla="*/ 1871133 w 3048000"/>
                <a:gd name="csY17" fmla="*/ 3598333 h 3733800"/>
                <a:gd name="csX18" fmla="*/ 1905000 w 3048000"/>
                <a:gd name="csY18" fmla="*/ 3623733 h 3733800"/>
                <a:gd name="csX19" fmla="*/ 1955800 w 3048000"/>
                <a:gd name="csY19" fmla="*/ 3649133 h 3733800"/>
                <a:gd name="csX20" fmla="*/ 2074333 w 3048000"/>
                <a:gd name="csY20" fmla="*/ 3733800 h 3733800"/>
                <a:gd name="csX21" fmla="*/ 2133600 w 3048000"/>
                <a:gd name="csY21" fmla="*/ 3564466 h 3733800"/>
                <a:gd name="csX22" fmla="*/ 2175933 w 3048000"/>
                <a:gd name="csY22" fmla="*/ 3403600 h 3733800"/>
                <a:gd name="csX23" fmla="*/ 2192866 w 3048000"/>
                <a:gd name="csY23" fmla="*/ 3183466 h 3733800"/>
                <a:gd name="csX24" fmla="*/ 2201333 w 3048000"/>
                <a:gd name="csY24" fmla="*/ 2997200 h 3733800"/>
                <a:gd name="csX25" fmla="*/ 2353733 w 3048000"/>
                <a:gd name="csY25" fmla="*/ 2387600 h 3733800"/>
                <a:gd name="csX26" fmla="*/ 2438400 w 3048000"/>
                <a:gd name="csY26" fmla="*/ 2201333 h 3733800"/>
                <a:gd name="csX27" fmla="*/ 2446866 w 3048000"/>
                <a:gd name="csY27" fmla="*/ 2023533 h 3733800"/>
                <a:gd name="csX28" fmla="*/ 2480733 w 3048000"/>
                <a:gd name="csY28" fmla="*/ 1938866 h 3733800"/>
                <a:gd name="csX29" fmla="*/ 2887133 w 3048000"/>
                <a:gd name="csY29" fmla="*/ 1134533 h 3733800"/>
                <a:gd name="csX30" fmla="*/ 3048000 w 3048000"/>
                <a:gd name="csY30" fmla="*/ 863600 h 3733800"/>
                <a:gd name="csX31" fmla="*/ 2616200 w 3048000"/>
                <a:gd name="csY31" fmla="*/ 668866 h 3733800"/>
                <a:gd name="csX32" fmla="*/ 1430866 w 3048000"/>
                <a:gd name="csY32" fmla="*/ 152400 h 3733800"/>
                <a:gd name="csX33" fmla="*/ 1312333 w 3048000"/>
                <a:gd name="csY33" fmla="*/ 42333 h 3733800"/>
                <a:gd name="csX34" fmla="*/ 1329266 w 3048000"/>
                <a:gd name="csY34" fmla="*/ 50800 h 3733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3048000" h="3733800">
                  <a:moveTo>
                    <a:pt x="1413933" y="0"/>
                  </a:moveTo>
                  <a:lnTo>
                    <a:pt x="1413933" y="0"/>
                  </a:lnTo>
                  <a:cubicBezTo>
                    <a:pt x="1289755" y="107244"/>
                    <a:pt x="1161350" y="209780"/>
                    <a:pt x="1041400" y="321733"/>
                  </a:cubicBezTo>
                  <a:cubicBezTo>
                    <a:pt x="914400" y="440266"/>
                    <a:pt x="794853" y="567326"/>
                    <a:pt x="660400" y="677333"/>
                  </a:cubicBezTo>
                  <a:cubicBezTo>
                    <a:pt x="629355" y="702733"/>
                    <a:pt x="597534" y="727213"/>
                    <a:pt x="567266" y="753533"/>
                  </a:cubicBezTo>
                  <a:cubicBezTo>
                    <a:pt x="472495" y="835942"/>
                    <a:pt x="477230" y="850505"/>
                    <a:pt x="372533" y="905933"/>
                  </a:cubicBezTo>
                  <a:cubicBezTo>
                    <a:pt x="356758" y="914284"/>
                    <a:pt x="338666" y="917222"/>
                    <a:pt x="321733" y="922866"/>
                  </a:cubicBezTo>
                  <a:cubicBezTo>
                    <a:pt x="316089" y="939799"/>
                    <a:pt x="309322" y="956399"/>
                    <a:pt x="304800" y="973666"/>
                  </a:cubicBezTo>
                  <a:cubicBezTo>
                    <a:pt x="278267" y="1074976"/>
                    <a:pt x="259502" y="1178402"/>
                    <a:pt x="228600" y="1278466"/>
                  </a:cubicBezTo>
                  <a:cubicBezTo>
                    <a:pt x="200139" y="1370624"/>
                    <a:pt x="153152" y="1456561"/>
                    <a:pt x="127000" y="1549400"/>
                  </a:cubicBezTo>
                  <a:cubicBezTo>
                    <a:pt x="96535" y="1657550"/>
                    <a:pt x="84531" y="1770119"/>
                    <a:pt x="59266" y="1879600"/>
                  </a:cubicBezTo>
                  <a:cubicBezTo>
                    <a:pt x="42179" y="1953644"/>
                    <a:pt x="0" y="2099733"/>
                    <a:pt x="0" y="2099733"/>
                  </a:cubicBezTo>
                  <a:cubicBezTo>
                    <a:pt x="53622" y="2122311"/>
                    <a:pt x="106138" y="2147719"/>
                    <a:pt x="160866" y="2167466"/>
                  </a:cubicBezTo>
                  <a:cubicBezTo>
                    <a:pt x="890269" y="2430653"/>
                    <a:pt x="614370" y="2277839"/>
                    <a:pt x="880533" y="2429933"/>
                  </a:cubicBezTo>
                  <a:cubicBezTo>
                    <a:pt x="968022" y="2534355"/>
                    <a:pt x="1061263" y="2634217"/>
                    <a:pt x="1143000" y="2743200"/>
                  </a:cubicBezTo>
                  <a:cubicBezTo>
                    <a:pt x="1398828" y="3084304"/>
                    <a:pt x="1412210" y="3176199"/>
                    <a:pt x="1659466" y="3445933"/>
                  </a:cubicBezTo>
                  <a:cubicBezTo>
                    <a:pt x="1683888" y="3472575"/>
                    <a:pt x="1714802" y="3492548"/>
                    <a:pt x="1744133" y="3513666"/>
                  </a:cubicBezTo>
                  <a:cubicBezTo>
                    <a:pt x="1785423" y="3543394"/>
                    <a:pt x="1830430" y="3567806"/>
                    <a:pt x="1871133" y="3598333"/>
                  </a:cubicBezTo>
                  <a:cubicBezTo>
                    <a:pt x="1882422" y="3606800"/>
                    <a:pt x="1892900" y="3616473"/>
                    <a:pt x="1905000" y="3623733"/>
                  </a:cubicBezTo>
                  <a:cubicBezTo>
                    <a:pt x="1921234" y="3633473"/>
                    <a:pt x="1939927" y="3638815"/>
                    <a:pt x="1955800" y="3649133"/>
                  </a:cubicBezTo>
                  <a:cubicBezTo>
                    <a:pt x="1996511" y="3675595"/>
                    <a:pt x="2034822" y="3705578"/>
                    <a:pt x="2074333" y="3733800"/>
                  </a:cubicBezTo>
                  <a:cubicBezTo>
                    <a:pt x="2109963" y="3662538"/>
                    <a:pt x="2096722" y="3693537"/>
                    <a:pt x="2133600" y="3564466"/>
                  </a:cubicBezTo>
                  <a:cubicBezTo>
                    <a:pt x="2148833" y="3511152"/>
                    <a:pt x="2161822" y="3457222"/>
                    <a:pt x="2175933" y="3403600"/>
                  </a:cubicBezTo>
                  <a:cubicBezTo>
                    <a:pt x="2181577" y="3330222"/>
                    <a:pt x="2188275" y="3256917"/>
                    <a:pt x="2192866" y="3183466"/>
                  </a:cubicBezTo>
                  <a:cubicBezTo>
                    <a:pt x="2196743" y="3121434"/>
                    <a:pt x="2193041" y="3058797"/>
                    <a:pt x="2201333" y="2997200"/>
                  </a:cubicBezTo>
                  <a:cubicBezTo>
                    <a:pt x="2224544" y="2824774"/>
                    <a:pt x="2302320" y="2537164"/>
                    <a:pt x="2353733" y="2387600"/>
                  </a:cubicBezTo>
                  <a:cubicBezTo>
                    <a:pt x="2375904" y="2323102"/>
                    <a:pt x="2410178" y="2263422"/>
                    <a:pt x="2438400" y="2201333"/>
                  </a:cubicBezTo>
                  <a:cubicBezTo>
                    <a:pt x="2441222" y="2142066"/>
                    <a:pt x="2437418" y="2082110"/>
                    <a:pt x="2446866" y="2023533"/>
                  </a:cubicBezTo>
                  <a:cubicBezTo>
                    <a:pt x="2451706" y="1993524"/>
                    <a:pt x="2468110" y="1966517"/>
                    <a:pt x="2480733" y="1938866"/>
                  </a:cubicBezTo>
                  <a:cubicBezTo>
                    <a:pt x="2610407" y="1654817"/>
                    <a:pt x="2730733" y="1414055"/>
                    <a:pt x="2887133" y="1134533"/>
                  </a:cubicBezTo>
                  <a:cubicBezTo>
                    <a:pt x="3094704" y="763555"/>
                    <a:pt x="2974074" y="1036092"/>
                    <a:pt x="3048000" y="863600"/>
                  </a:cubicBezTo>
                  <a:cubicBezTo>
                    <a:pt x="2768965" y="677576"/>
                    <a:pt x="3025801" y="829494"/>
                    <a:pt x="2616200" y="668866"/>
                  </a:cubicBezTo>
                  <a:cubicBezTo>
                    <a:pt x="2406788" y="586743"/>
                    <a:pt x="1757777" y="377856"/>
                    <a:pt x="1430866" y="152400"/>
                  </a:cubicBezTo>
                  <a:cubicBezTo>
                    <a:pt x="1398247" y="129904"/>
                    <a:pt x="1344347" y="74347"/>
                    <a:pt x="1312333" y="42333"/>
                  </a:cubicBezTo>
                  <a:lnTo>
                    <a:pt x="1329266" y="508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CC7BDB85-71FD-B28D-972A-85093A1CC298}"/>
              </a:ext>
            </a:extLst>
          </p:cNvPr>
          <p:cNvSpPr txBox="1"/>
          <p:nvPr/>
        </p:nvSpPr>
        <p:spPr>
          <a:xfrm>
            <a:off x="872065" y="2829336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1-3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58EBE9C-D1D9-9E2A-B284-462D2A2E5423}"/>
              </a:ext>
            </a:extLst>
          </p:cNvPr>
          <p:cNvSpPr txBox="1"/>
          <p:nvPr/>
        </p:nvSpPr>
        <p:spPr>
          <a:xfrm>
            <a:off x="5389601" y="2781456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4-7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7F51F5D-44C6-51A0-D350-CD71423EBA14}"/>
              </a:ext>
            </a:extLst>
          </p:cNvPr>
          <p:cNvSpPr txBox="1"/>
          <p:nvPr/>
        </p:nvSpPr>
        <p:spPr>
          <a:xfrm>
            <a:off x="9973185" y="2829336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8-10</a:t>
            </a:r>
            <a:endParaRPr lang="zh-CN" altLang="en-US" dirty="0"/>
          </a:p>
        </p:txBody>
      </p:sp>
      <p:sp>
        <p:nvSpPr>
          <p:cNvPr id="259" name="箭头: 下 258">
            <a:extLst>
              <a:ext uri="{FF2B5EF4-FFF2-40B4-BE49-F238E27FC236}">
                <a16:creationId xmlns:a16="http://schemas.microsoft.com/office/drawing/2014/main" id="{881D9B5F-2C60-07CA-5EF6-55C663D12589}"/>
              </a:ext>
            </a:extLst>
          </p:cNvPr>
          <p:cNvSpPr/>
          <p:nvPr/>
        </p:nvSpPr>
        <p:spPr>
          <a:xfrm>
            <a:off x="5637687" y="1907621"/>
            <a:ext cx="624462" cy="9217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文本框 259">
            <a:extLst>
              <a:ext uri="{FF2B5EF4-FFF2-40B4-BE49-F238E27FC236}">
                <a16:creationId xmlns:a16="http://schemas.microsoft.com/office/drawing/2014/main" id="{EA42A6B9-4736-A282-7404-C22FD273E636}"/>
              </a:ext>
            </a:extLst>
          </p:cNvPr>
          <p:cNvSpPr txBox="1"/>
          <p:nvPr/>
        </p:nvSpPr>
        <p:spPr>
          <a:xfrm>
            <a:off x="3055407" y="1369943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评价体系、权重评分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101065E-9FD3-A03C-F3DF-7D02A9C19DCC}"/>
              </a:ext>
            </a:extLst>
          </p:cNvPr>
          <p:cNvSpPr/>
          <p:nvPr/>
        </p:nvSpPr>
        <p:spPr>
          <a:xfrm>
            <a:off x="584199" y="2829336"/>
            <a:ext cx="11091334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C20C77E-6A2D-75EE-2559-AB416F3EB0F1}"/>
              </a:ext>
            </a:extLst>
          </p:cNvPr>
          <p:cNvGrpSpPr/>
          <p:nvPr/>
        </p:nvGrpSpPr>
        <p:grpSpPr>
          <a:xfrm>
            <a:off x="8889036" y="3344333"/>
            <a:ext cx="3089771" cy="3513667"/>
            <a:chOff x="3344896" y="1847447"/>
            <a:chExt cx="4954877" cy="5010553"/>
          </a:xfrm>
        </p:grpSpPr>
        <p:sp>
          <p:nvSpPr>
            <p:cNvPr id="19" name="七边形 18">
              <a:extLst>
                <a:ext uri="{FF2B5EF4-FFF2-40B4-BE49-F238E27FC236}">
                  <a16:creationId xmlns:a16="http://schemas.microsoft.com/office/drawing/2014/main" id="{0C8993CE-6710-2A1E-6325-411F9F9C6F86}"/>
                </a:ext>
              </a:extLst>
            </p:cNvPr>
            <p:cNvSpPr/>
            <p:nvPr/>
          </p:nvSpPr>
          <p:spPr>
            <a:xfrm>
              <a:off x="3716866" y="2370667"/>
              <a:ext cx="4174067" cy="3962400"/>
            </a:xfrm>
            <a:prstGeom prst="heptagon">
              <a:avLst/>
            </a:prstGeom>
            <a:noFill/>
            <a:ln w="571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3761E15-1D26-806D-6E52-A81D894B6E6A}"/>
                </a:ext>
              </a:extLst>
            </p:cNvPr>
            <p:cNvSpPr txBox="1"/>
            <p:nvPr/>
          </p:nvSpPr>
          <p:spPr>
            <a:xfrm>
              <a:off x="5591341" y="1847447"/>
              <a:ext cx="4251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A</a:t>
              </a:r>
              <a:endParaRPr lang="zh-CN" altLang="en-US" sz="2800" b="1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D91CCC4-BDFA-79AA-1600-2D5F490B856D}"/>
                </a:ext>
              </a:extLst>
            </p:cNvPr>
            <p:cNvSpPr txBox="1"/>
            <p:nvPr/>
          </p:nvSpPr>
          <p:spPr>
            <a:xfrm>
              <a:off x="7465817" y="2626380"/>
              <a:ext cx="4010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B</a:t>
              </a:r>
              <a:endParaRPr lang="zh-CN" altLang="en-US" sz="2800" b="1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04B3730-A289-D7C5-E4D7-BA59DBF33D22}"/>
                </a:ext>
              </a:extLst>
            </p:cNvPr>
            <p:cNvSpPr txBox="1"/>
            <p:nvPr/>
          </p:nvSpPr>
          <p:spPr>
            <a:xfrm>
              <a:off x="7892289" y="4675313"/>
              <a:ext cx="4074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C</a:t>
              </a:r>
              <a:endParaRPr lang="zh-CN" altLang="en-US" sz="2800" b="1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641F819-A5FF-7438-4CC8-848411982C79}"/>
                </a:ext>
              </a:extLst>
            </p:cNvPr>
            <p:cNvSpPr txBox="1"/>
            <p:nvPr/>
          </p:nvSpPr>
          <p:spPr>
            <a:xfrm>
              <a:off x="6732356" y="6309380"/>
              <a:ext cx="4427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D</a:t>
              </a:r>
              <a:endParaRPr lang="zh-CN" altLang="en-US" sz="2800" b="1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C5F8CDE-0911-6729-7647-307C9E435CBB}"/>
                </a:ext>
              </a:extLst>
            </p:cNvPr>
            <p:cNvSpPr txBox="1"/>
            <p:nvPr/>
          </p:nvSpPr>
          <p:spPr>
            <a:xfrm>
              <a:off x="4560486" y="6334780"/>
              <a:ext cx="3706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E</a:t>
              </a:r>
              <a:endParaRPr lang="zh-CN" altLang="en-US" sz="2800" b="1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F0A424D-3173-BFA5-B65E-D62C949FA4A3}"/>
                </a:ext>
              </a:extLst>
            </p:cNvPr>
            <p:cNvSpPr txBox="1"/>
            <p:nvPr/>
          </p:nvSpPr>
          <p:spPr>
            <a:xfrm>
              <a:off x="3344896" y="4936923"/>
              <a:ext cx="3706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F</a:t>
              </a:r>
              <a:endParaRPr lang="zh-CN" altLang="en-US" sz="2800" b="1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916CA11-6DD0-30EB-BA2D-0D09DA670C95}"/>
                </a:ext>
              </a:extLst>
            </p:cNvPr>
            <p:cNvSpPr txBox="1"/>
            <p:nvPr/>
          </p:nvSpPr>
          <p:spPr>
            <a:xfrm>
              <a:off x="3715510" y="2626380"/>
              <a:ext cx="43473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G</a:t>
              </a:r>
              <a:endParaRPr lang="zh-CN" altLang="en-US" sz="2800" b="1" dirty="0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A4C7A4E8-1DC2-7060-AE3F-50553623A52D}"/>
                </a:ext>
              </a:extLst>
            </p:cNvPr>
            <p:cNvSpPr/>
            <p:nvPr/>
          </p:nvSpPr>
          <p:spPr>
            <a:xfrm>
              <a:off x="4377267" y="2556934"/>
              <a:ext cx="3048000" cy="3733800"/>
            </a:xfrm>
            <a:custGeom>
              <a:avLst/>
              <a:gdLst>
                <a:gd name="csX0" fmla="*/ 1413933 w 3048000"/>
                <a:gd name="csY0" fmla="*/ 0 h 3733800"/>
                <a:gd name="csX1" fmla="*/ 1413933 w 3048000"/>
                <a:gd name="csY1" fmla="*/ 0 h 3733800"/>
                <a:gd name="csX2" fmla="*/ 1041400 w 3048000"/>
                <a:gd name="csY2" fmla="*/ 321733 h 3733800"/>
                <a:gd name="csX3" fmla="*/ 660400 w 3048000"/>
                <a:gd name="csY3" fmla="*/ 677333 h 3733800"/>
                <a:gd name="csX4" fmla="*/ 567266 w 3048000"/>
                <a:gd name="csY4" fmla="*/ 753533 h 3733800"/>
                <a:gd name="csX5" fmla="*/ 372533 w 3048000"/>
                <a:gd name="csY5" fmla="*/ 905933 h 3733800"/>
                <a:gd name="csX6" fmla="*/ 321733 w 3048000"/>
                <a:gd name="csY6" fmla="*/ 922866 h 3733800"/>
                <a:gd name="csX7" fmla="*/ 304800 w 3048000"/>
                <a:gd name="csY7" fmla="*/ 973666 h 3733800"/>
                <a:gd name="csX8" fmla="*/ 228600 w 3048000"/>
                <a:gd name="csY8" fmla="*/ 1278466 h 3733800"/>
                <a:gd name="csX9" fmla="*/ 127000 w 3048000"/>
                <a:gd name="csY9" fmla="*/ 1549400 h 3733800"/>
                <a:gd name="csX10" fmla="*/ 59266 w 3048000"/>
                <a:gd name="csY10" fmla="*/ 1879600 h 3733800"/>
                <a:gd name="csX11" fmla="*/ 0 w 3048000"/>
                <a:gd name="csY11" fmla="*/ 2099733 h 3733800"/>
                <a:gd name="csX12" fmla="*/ 160866 w 3048000"/>
                <a:gd name="csY12" fmla="*/ 2167466 h 3733800"/>
                <a:gd name="csX13" fmla="*/ 880533 w 3048000"/>
                <a:gd name="csY13" fmla="*/ 2429933 h 3733800"/>
                <a:gd name="csX14" fmla="*/ 1143000 w 3048000"/>
                <a:gd name="csY14" fmla="*/ 2743200 h 3733800"/>
                <a:gd name="csX15" fmla="*/ 1659466 w 3048000"/>
                <a:gd name="csY15" fmla="*/ 3445933 h 3733800"/>
                <a:gd name="csX16" fmla="*/ 1744133 w 3048000"/>
                <a:gd name="csY16" fmla="*/ 3513666 h 3733800"/>
                <a:gd name="csX17" fmla="*/ 1871133 w 3048000"/>
                <a:gd name="csY17" fmla="*/ 3598333 h 3733800"/>
                <a:gd name="csX18" fmla="*/ 1905000 w 3048000"/>
                <a:gd name="csY18" fmla="*/ 3623733 h 3733800"/>
                <a:gd name="csX19" fmla="*/ 1955800 w 3048000"/>
                <a:gd name="csY19" fmla="*/ 3649133 h 3733800"/>
                <a:gd name="csX20" fmla="*/ 2074333 w 3048000"/>
                <a:gd name="csY20" fmla="*/ 3733800 h 3733800"/>
                <a:gd name="csX21" fmla="*/ 2133600 w 3048000"/>
                <a:gd name="csY21" fmla="*/ 3564466 h 3733800"/>
                <a:gd name="csX22" fmla="*/ 2175933 w 3048000"/>
                <a:gd name="csY22" fmla="*/ 3403600 h 3733800"/>
                <a:gd name="csX23" fmla="*/ 2192866 w 3048000"/>
                <a:gd name="csY23" fmla="*/ 3183466 h 3733800"/>
                <a:gd name="csX24" fmla="*/ 2201333 w 3048000"/>
                <a:gd name="csY24" fmla="*/ 2997200 h 3733800"/>
                <a:gd name="csX25" fmla="*/ 2353733 w 3048000"/>
                <a:gd name="csY25" fmla="*/ 2387600 h 3733800"/>
                <a:gd name="csX26" fmla="*/ 2438400 w 3048000"/>
                <a:gd name="csY26" fmla="*/ 2201333 h 3733800"/>
                <a:gd name="csX27" fmla="*/ 2446866 w 3048000"/>
                <a:gd name="csY27" fmla="*/ 2023533 h 3733800"/>
                <a:gd name="csX28" fmla="*/ 2480733 w 3048000"/>
                <a:gd name="csY28" fmla="*/ 1938866 h 3733800"/>
                <a:gd name="csX29" fmla="*/ 2887133 w 3048000"/>
                <a:gd name="csY29" fmla="*/ 1134533 h 3733800"/>
                <a:gd name="csX30" fmla="*/ 3048000 w 3048000"/>
                <a:gd name="csY30" fmla="*/ 863600 h 3733800"/>
                <a:gd name="csX31" fmla="*/ 2616200 w 3048000"/>
                <a:gd name="csY31" fmla="*/ 668866 h 3733800"/>
                <a:gd name="csX32" fmla="*/ 1430866 w 3048000"/>
                <a:gd name="csY32" fmla="*/ 152400 h 3733800"/>
                <a:gd name="csX33" fmla="*/ 1312333 w 3048000"/>
                <a:gd name="csY33" fmla="*/ 42333 h 3733800"/>
                <a:gd name="csX34" fmla="*/ 1329266 w 3048000"/>
                <a:gd name="csY34" fmla="*/ 50800 h 3733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3048000" h="3733800">
                  <a:moveTo>
                    <a:pt x="1413933" y="0"/>
                  </a:moveTo>
                  <a:lnTo>
                    <a:pt x="1413933" y="0"/>
                  </a:lnTo>
                  <a:cubicBezTo>
                    <a:pt x="1289755" y="107244"/>
                    <a:pt x="1161350" y="209780"/>
                    <a:pt x="1041400" y="321733"/>
                  </a:cubicBezTo>
                  <a:cubicBezTo>
                    <a:pt x="914400" y="440266"/>
                    <a:pt x="794853" y="567326"/>
                    <a:pt x="660400" y="677333"/>
                  </a:cubicBezTo>
                  <a:cubicBezTo>
                    <a:pt x="629355" y="702733"/>
                    <a:pt x="597534" y="727213"/>
                    <a:pt x="567266" y="753533"/>
                  </a:cubicBezTo>
                  <a:cubicBezTo>
                    <a:pt x="472495" y="835942"/>
                    <a:pt x="477230" y="850505"/>
                    <a:pt x="372533" y="905933"/>
                  </a:cubicBezTo>
                  <a:cubicBezTo>
                    <a:pt x="356758" y="914284"/>
                    <a:pt x="338666" y="917222"/>
                    <a:pt x="321733" y="922866"/>
                  </a:cubicBezTo>
                  <a:cubicBezTo>
                    <a:pt x="316089" y="939799"/>
                    <a:pt x="309322" y="956399"/>
                    <a:pt x="304800" y="973666"/>
                  </a:cubicBezTo>
                  <a:cubicBezTo>
                    <a:pt x="278267" y="1074976"/>
                    <a:pt x="259502" y="1178402"/>
                    <a:pt x="228600" y="1278466"/>
                  </a:cubicBezTo>
                  <a:cubicBezTo>
                    <a:pt x="200139" y="1370624"/>
                    <a:pt x="153152" y="1456561"/>
                    <a:pt x="127000" y="1549400"/>
                  </a:cubicBezTo>
                  <a:cubicBezTo>
                    <a:pt x="96535" y="1657550"/>
                    <a:pt x="84531" y="1770119"/>
                    <a:pt x="59266" y="1879600"/>
                  </a:cubicBezTo>
                  <a:cubicBezTo>
                    <a:pt x="42179" y="1953644"/>
                    <a:pt x="0" y="2099733"/>
                    <a:pt x="0" y="2099733"/>
                  </a:cubicBezTo>
                  <a:cubicBezTo>
                    <a:pt x="53622" y="2122311"/>
                    <a:pt x="106138" y="2147719"/>
                    <a:pt x="160866" y="2167466"/>
                  </a:cubicBezTo>
                  <a:cubicBezTo>
                    <a:pt x="890269" y="2430653"/>
                    <a:pt x="614370" y="2277839"/>
                    <a:pt x="880533" y="2429933"/>
                  </a:cubicBezTo>
                  <a:cubicBezTo>
                    <a:pt x="968022" y="2534355"/>
                    <a:pt x="1061263" y="2634217"/>
                    <a:pt x="1143000" y="2743200"/>
                  </a:cubicBezTo>
                  <a:cubicBezTo>
                    <a:pt x="1398828" y="3084304"/>
                    <a:pt x="1412210" y="3176199"/>
                    <a:pt x="1659466" y="3445933"/>
                  </a:cubicBezTo>
                  <a:cubicBezTo>
                    <a:pt x="1683888" y="3472575"/>
                    <a:pt x="1714802" y="3492548"/>
                    <a:pt x="1744133" y="3513666"/>
                  </a:cubicBezTo>
                  <a:cubicBezTo>
                    <a:pt x="1785423" y="3543394"/>
                    <a:pt x="1830430" y="3567806"/>
                    <a:pt x="1871133" y="3598333"/>
                  </a:cubicBezTo>
                  <a:cubicBezTo>
                    <a:pt x="1882422" y="3606800"/>
                    <a:pt x="1892900" y="3616473"/>
                    <a:pt x="1905000" y="3623733"/>
                  </a:cubicBezTo>
                  <a:cubicBezTo>
                    <a:pt x="1921234" y="3633473"/>
                    <a:pt x="1939927" y="3638815"/>
                    <a:pt x="1955800" y="3649133"/>
                  </a:cubicBezTo>
                  <a:cubicBezTo>
                    <a:pt x="1996511" y="3675595"/>
                    <a:pt x="2034822" y="3705578"/>
                    <a:pt x="2074333" y="3733800"/>
                  </a:cubicBezTo>
                  <a:cubicBezTo>
                    <a:pt x="2109963" y="3662538"/>
                    <a:pt x="2096722" y="3693537"/>
                    <a:pt x="2133600" y="3564466"/>
                  </a:cubicBezTo>
                  <a:cubicBezTo>
                    <a:pt x="2148833" y="3511152"/>
                    <a:pt x="2161822" y="3457222"/>
                    <a:pt x="2175933" y="3403600"/>
                  </a:cubicBezTo>
                  <a:cubicBezTo>
                    <a:pt x="2181577" y="3330222"/>
                    <a:pt x="2188275" y="3256917"/>
                    <a:pt x="2192866" y="3183466"/>
                  </a:cubicBezTo>
                  <a:cubicBezTo>
                    <a:pt x="2196743" y="3121434"/>
                    <a:pt x="2193041" y="3058797"/>
                    <a:pt x="2201333" y="2997200"/>
                  </a:cubicBezTo>
                  <a:cubicBezTo>
                    <a:pt x="2224544" y="2824774"/>
                    <a:pt x="2302320" y="2537164"/>
                    <a:pt x="2353733" y="2387600"/>
                  </a:cubicBezTo>
                  <a:cubicBezTo>
                    <a:pt x="2375904" y="2323102"/>
                    <a:pt x="2410178" y="2263422"/>
                    <a:pt x="2438400" y="2201333"/>
                  </a:cubicBezTo>
                  <a:cubicBezTo>
                    <a:pt x="2441222" y="2142066"/>
                    <a:pt x="2437418" y="2082110"/>
                    <a:pt x="2446866" y="2023533"/>
                  </a:cubicBezTo>
                  <a:cubicBezTo>
                    <a:pt x="2451706" y="1993524"/>
                    <a:pt x="2468110" y="1966517"/>
                    <a:pt x="2480733" y="1938866"/>
                  </a:cubicBezTo>
                  <a:cubicBezTo>
                    <a:pt x="2610407" y="1654817"/>
                    <a:pt x="2730733" y="1414055"/>
                    <a:pt x="2887133" y="1134533"/>
                  </a:cubicBezTo>
                  <a:cubicBezTo>
                    <a:pt x="3094704" y="763555"/>
                    <a:pt x="2974074" y="1036092"/>
                    <a:pt x="3048000" y="863600"/>
                  </a:cubicBezTo>
                  <a:cubicBezTo>
                    <a:pt x="2768965" y="677576"/>
                    <a:pt x="3025801" y="829494"/>
                    <a:pt x="2616200" y="668866"/>
                  </a:cubicBezTo>
                  <a:cubicBezTo>
                    <a:pt x="2406788" y="586743"/>
                    <a:pt x="1757777" y="377856"/>
                    <a:pt x="1430866" y="152400"/>
                  </a:cubicBezTo>
                  <a:cubicBezTo>
                    <a:pt x="1398247" y="129904"/>
                    <a:pt x="1344347" y="74347"/>
                    <a:pt x="1312333" y="42333"/>
                  </a:cubicBezTo>
                  <a:lnTo>
                    <a:pt x="1329266" y="508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0DD8767-9959-635F-5DCF-648BA1D54A05}"/>
              </a:ext>
            </a:extLst>
          </p:cNvPr>
          <p:cNvGrpSpPr/>
          <p:nvPr/>
        </p:nvGrpSpPr>
        <p:grpSpPr>
          <a:xfrm>
            <a:off x="219700" y="3198668"/>
            <a:ext cx="3089771" cy="3513667"/>
            <a:chOff x="3344896" y="1847447"/>
            <a:chExt cx="4954877" cy="5010553"/>
          </a:xfrm>
        </p:grpSpPr>
        <p:sp>
          <p:nvSpPr>
            <p:cNvPr id="29" name="七边形 28">
              <a:extLst>
                <a:ext uri="{FF2B5EF4-FFF2-40B4-BE49-F238E27FC236}">
                  <a16:creationId xmlns:a16="http://schemas.microsoft.com/office/drawing/2014/main" id="{6CA3F9B8-B0DE-3574-3242-02768B1B5816}"/>
                </a:ext>
              </a:extLst>
            </p:cNvPr>
            <p:cNvSpPr/>
            <p:nvPr/>
          </p:nvSpPr>
          <p:spPr>
            <a:xfrm>
              <a:off x="3716866" y="2370667"/>
              <a:ext cx="4174067" cy="3962400"/>
            </a:xfrm>
            <a:prstGeom prst="heptagon">
              <a:avLst/>
            </a:prstGeom>
            <a:noFill/>
            <a:ln w="571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A270632B-BBA2-2630-E702-2C31E0AE89A8}"/>
                </a:ext>
              </a:extLst>
            </p:cNvPr>
            <p:cNvSpPr txBox="1"/>
            <p:nvPr/>
          </p:nvSpPr>
          <p:spPr>
            <a:xfrm>
              <a:off x="5591341" y="1847447"/>
              <a:ext cx="4251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A</a:t>
              </a:r>
              <a:endParaRPr lang="zh-CN" altLang="en-US" sz="2800" b="1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938928E-C36E-B485-7C74-BE733C701AD7}"/>
                </a:ext>
              </a:extLst>
            </p:cNvPr>
            <p:cNvSpPr txBox="1"/>
            <p:nvPr/>
          </p:nvSpPr>
          <p:spPr>
            <a:xfrm>
              <a:off x="7465817" y="2626380"/>
              <a:ext cx="4010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B</a:t>
              </a:r>
              <a:endParaRPr lang="zh-CN" altLang="en-US" sz="2800" b="1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6D6C8F8-44B5-E1F4-127A-FD2BE0DD2E01}"/>
                </a:ext>
              </a:extLst>
            </p:cNvPr>
            <p:cNvSpPr txBox="1"/>
            <p:nvPr/>
          </p:nvSpPr>
          <p:spPr>
            <a:xfrm>
              <a:off x="7892289" y="4675313"/>
              <a:ext cx="4074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C</a:t>
              </a:r>
              <a:endParaRPr lang="zh-CN" altLang="en-US" sz="2800" b="1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B1898F30-3FA0-7B6D-A801-7EF15AC30D13}"/>
                </a:ext>
              </a:extLst>
            </p:cNvPr>
            <p:cNvSpPr txBox="1"/>
            <p:nvPr/>
          </p:nvSpPr>
          <p:spPr>
            <a:xfrm>
              <a:off x="6732356" y="6309380"/>
              <a:ext cx="4427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D</a:t>
              </a:r>
              <a:endParaRPr lang="zh-CN" altLang="en-US" sz="2800" b="1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49F2E48A-08D4-1EDB-8FBB-0C13A3852FB2}"/>
                </a:ext>
              </a:extLst>
            </p:cNvPr>
            <p:cNvSpPr txBox="1"/>
            <p:nvPr/>
          </p:nvSpPr>
          <p:spPr>
            <a:xfrm>
              <a:off x="4560486" y="6334780"/>
              <a:ext cx="3706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E</a:t>
              </a:r>
              <a:endParaRPr lang="zh-CN" altLang="en-US" sz="2800" b="1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9857DEA-94E9-321B-55DB-B2043277F1A5}"/>
                </a:ext>
              </a:extLst>
            </p:cNvPr>
            <p:cNvSpPr txBox="1"/>
            <p:nvPr/>
          </p:nvSpPr>
          <p:spPr>
            <a:xfrm>
              <a:off x="3344896" y="4936923"/>
              <a:ext cx="3706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F</a:t>
              </a:r>
              <a:endParaRPr lang="zh-CN" altLang="en-US" sz="2800" b="1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0EEFA53E-B747-659B-B899-C3DF429FC803}"/>
                </a:ext>
              </a:extLst>
            </p:cNvPr>
            <p:cNvSpPr txBox="1"/>
            <p:nvPr/>
          </p:nvSpPr>
          <p:spPr>
            <a:xfrm>
              <a:off x="3715510" y="2626380"/>
              <a:ext cx="43473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G</a:t>
              </a:r>
              <a:endParaRPr lang="zh-CN" altLang="en-US" sz="2800" b="1" dirty="0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F708436A-CDBD-4E2D-ABFA-F51626ED455A}"/>
                </a:ext>
              </a:extLst>
            </p:cNvPr>
            <p:cNvSpPr/>
            <p:nvPr/>
          </p:nvSpPr>
          <p:spPr>
            <a:xfrm>
              <a:off x="4377267" y="2556934"/>
              <a:ext cx="3048000" cy="3733800"/>
            </a:xfrm>
            <a:custGeom>
              <a:avLst/>
              <a:gdLst>
                <a:gd name="csX0" fmla="*/ 1413933 w 3048000"/>
                <a:gd name="csY0" fmla="*/ 0 h 3733800"/>
                <a:gd name="csX1" fmla="*/ 1413933 w 3048000"/>
                <a:gd name="csY1" fmla="*/ 0 h 3733800"/>
                <a:gd name="csX2" fmla="*/ 1041400 w 3048000"/>
                <a:gd name="csY2" fmla="*/ 321733 h 3733800"/>
                <a:gd name="csX3" fmla="*/ 660400 w 3048000"/>
                <a:gd name="csY3" fmla="*/ 677333 h 3733800"/>
                <a:gd name="csX4" fmla="*/ 567266 w 3048000"/>
                <a:gd name="csY4" fmla="*/ 753533 h 3733800"/>
                <a:gd name="csX5" fmla="*/ 372533 w 3048000"/>
                <a:gd name="csY5" fmla="*/ 905933 h 3733800"/>
                <a:gd name="csX6" fmla="*/ 321733 w 3048000"/>
                <a:gd name="csY6" fmla="*/ 922866 h 3733800"/>
                <a:gd name="csX7" fmla="*/ 304800 w 3048000"/>
                <a:gd name="csY7" fmla="*/ 973666 h 3733800"/>
                <a:gd name="csX8" fmla="*/ 228600 w 3048000"/>
                <a:gd name="csY8" fmla="*/ 1278466 h 3733800"/>
                <a:gd name="csX9" fmla="*/ 127000 w 3048000"/>
                <a:gd name="csY9" fmla="*/ 1549400 h 3733800"/>
                <a:gd name="csX10" fmla="*/ 59266 w 3048000"/>
                <a:gd name="csY10" fmla="*/ 1879600 h 3733800"/>
                <a:gd name="csX11" fmla="*/ 0 w 3048000"/>
                <a:gd name="csY11" fmla="*/ 2099733 h 3733800"/>
                <a:gd name="csX12" fmla="*/ 160866 w 3048000"/>
                <a:gd name="csY12" fmla="*/ 2167466 h 3733800"/>
                <a:gd name="csX13" fmla="*/ 880533 w 3048000"/>
                <a:gd name="csY13" fmla="*/ 2429933 h 3733800"/>
                <a:gd name="csX14" fmla="*/ 1143000 w 3048000"/>
                <a:gd name="csY14" fmla="*/ 2743200 h 3733800"/>
                <a:gd name="csX15" fmla="*/ 1659466 w 3048000"/>
                <a:gd name="csY15" fmla="*/ 3445933 h 3733800"/>
                <a:gd name="csX16" fmla="*/ 1744133 w 3048000"/>
                <a:gd name="csY16" fmla="*/ 3513666 h 3733800"/>
                <a:gd name="csX17" fmla="*/ 1871133 w 3048000"/>
                <a:gd name="csY17" fmla="*/ 3598333 h 3733800"/>
                <a:gd name="csX18" fmla="*/ 1905000 w 3048000"/>
                <a:gd name="csY18" fmla="*/ 3623733 h 3733800"/>
                <a:gd name="csX19" fmla="*/ 1955800 w 3048000"/>
                <a:gd name="csY19" fmla="*/ 3649133 h 3733800"/>
                <a:gd name="csX20" fmla="*/ 2074333 w 3048000"/>
                <a:gd name="csY20" fmla="*/ 3733800 h 3733800"/>
                <a:gd name="csX21" fmla="*/ 2133600 w 3048000"/>
                <a:gd name="csY21" fmla="*/ 3564466 h 3733800"/>
                <a:gd name="csX22" fmla="*/ 2175933 w 3048000"/>
                <a:gd name="csY22" fmla="*/ 3403600 h 3733800"/>
                <a:gd name="csX23" fmla="*/ 2192866 w 3048000"/>
                <a:gd name="csY23" fmla="*/ 3183466 h 3733800"/>
                <a:gd name="csX24" fmla="*/ 2201333 w 3048000"/>
                <a:gd name="csY24" fmla="*/ 2997200 h 3733800"/>
                <a:gd name="csX25" fmla="*/ 2353733 w 3048000"/>
                <a:gd name="csY25" fmla="*/ 2387600 h 3733800"/>
                <a:gd name="csX26" fmla="*/ 2438400 w 3048000"/>
                <a:gd name="csY26" fmla="*/ 2201333 h 3733800"/>
                <a:gd name="csX27" fmla="*/ 2446866 w 3048000"/>
                <a:gd name="csY27" fmla="*/ 2023533 h 3733800"/>
                <a:gd name="csX28" fmla="*/ 2480733 w 3048000"/>
                <a:gd name="csY28" fmla="*/ 1938866 h 3733800"/>
                <a:gd name="csX29" fmla="*/ 2887133 w 3048000"/>
                <a:gd name="csY29" fmla="*/ 1134533 h 3733800"/>
                <a:gd name="csX30" fmla="*/ 3048000 w 3048000"/>
                <a:gd name="csY30" fmla="*/ 863600 h 3733800"/>
                <a:gd name="csX31" fmla="*/ 2616200 w 3048000"/>
                <a:gd name="csY31" fmla="*/ 668866 h 3733800"/>
                <a:gd name="csX32" fmla="*/ 1430866 w 3048000"/>
                <a:gd name="csY32" fmla="*/ 152400 h 3733800"/>
                <a:gd name="csX33" fmla="*/ 1312333 w 3048000"/>
                <a:gd name="csY33" fmla="*/ 42333 h 3733800"/>
                <a:gd name="csX34" fmla="*/ 1329266 w 3048000"/>
                <a:gd name="csY34" fmla="*/ 50800 h 3733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3048000" h="3733800">
                  <a:moveTo>
                    <a:pt x="1413933" y="0"/>
                  </a:moveTo>
                  <a:lnTo>
                    <a:pt x="1413933" y="0"/>
                  </a:lnTo>
                  <a:cubicBezTo>
                    <a:pt x="1289755" y="107244"/>
                    <a:pt x="1161350" y="209780"/>
                    <a:pt x="1041400" y="321733"/>
                  </a:cubicBezTo>
                  <a:cubicBezTo>
                    <a:pt x="914400" y="440266"/>
                    <a:pt x="794853" y="567326"/>
                    <a:pt x="660400" y="677333"/>
                  </a:cubicBezTo>
                  <a:cubicBezTo>
                    <a:pt x="629355" y="702733"/>
                    <a:pt x="597534" y="727213"/>
                    <a:pt x="567266" y="753533"/>
                  </a:cubicBezTo>
                  <a:cubicBezTo>
                    <a:pt x="472495" y="835942"/>
                    <a:pt x="477230" y="850505"/>
                    <a:pt x="372533" y="905933"/>
                  </a:cubicBezTo>
                  <a:cubicBezTo>
                    <a:pt x="356758" y="914284"/>
                    <a:pt x="338666" y="917222"/>
                    <a:pt x="321733" y="922866"/>
                  </a:cubicBezTo>
                  <a:cubicBezTo>
                    <a:pt x="316089" y="939799"/>
                    <a:pt x="309322" y="956399"/>
                    <a:pt x="304800" y="973666"/>
                  </a:cubicBezTo>
                  <a:cubicBezTo>
                    <a:pt x="278267" y="1074976"/>
                    <a:pt x="259502" y="1178402"/>
                    <a:pt x="228600" y="1278466"/>
                  </a:cubicBezTo>
                  <a:cubicBezTo>
                    <a:pt x="200139" y="1370624"/>
                    <a:pt x="153152" y="1456561"/>
                    <a:pt x="127000" y="1549400"/>
                  </a:cubicBezTo>
                  <a:cubicBezTo>
                    <a:pt x="96535" y="1657550"/>
                    <a:pt x="84531" y="1770119"/>
                    <a:pt x="59266" y="1879600"/>
                  </a:cubicBezTo>
                  <a:cubicBezTo>
                    <a:pt x="42179" y="1953644"/>
                    <a:pt x="0" y="2099733"/>
                    <a:pt x="0" y="2099733"/>
                  </a:cubicBezTo>
                  <a:cubicBezTo>
                    <a:pt x="53622" y="2122311"/>
                    <a:pt x="106138" y="2147719"/>
                    <a:pt x="160866" y="2167466"/>
                  </a:cubicBezTo>
                  <a:cubicBezTo>
                    <a:pt x="890269" y="2430653"/>
                    <a:pt x="614370" y="2277839"/>
                    <a:pt x="880533" y="2429933"/>
                  </a:cubicBezTo>
                  <a:cubicBezTo>
                    <a:pt x="968022" y="2534355"/>
                    <a:pt x="1061263" y="2634217"/>
                    <a:pt x="1143000" y="2743200"/>
                  </a:cubicBezTo>
                  <a:cubicBezTo>
                    <a:pt x="1398828" y="3084304"/>
                    <a:pt x="1412210" y="3176199"/>
                    <a:pt x="1659466" y="3445933"/>
                  </a:cubicBezTo>
                  <a:cubicBezTo>
                    <a:pt x="1683888" y="3472575"/>
                    <a:pt x="1714802" y="3492548"/>
                    <a:pt x="1744133" y="3513666"/>
                  </a:cubicBezTo>
                  <a:cubicBezTo>
                    <a:pt x="1785423" y="3543394"/>
                    <a:pt x="1830430" y="3567806"/>
                    <a:pt x="1871133" y="3598333"/>
                  </a:cubicBezTo>
                  <a:cubicBezTo>
                    <a:pt x="1882422" y="3606800"/>
                    <a:pt x="1892900" y="3616473"/>
                    <a:pt x="1905000" y="3623733"/>
                  </a:cubicBezTo>
                  <a:cubicBezTo>
                    <a:pt x="1921234" y="3633473"/>
                    <a:pt x="1939927" y="3638815"/>
                    <a:pt x="1955800" y="3649133"/>
                  </a:cubicBezTo>
                  <a:cubicBezTo>
                    <a:pt x="1996511" y="3675595"/>
                    <a:pt x="2034822" y="3705578"/>
                    <a:pt x="2074333" y="3733800"/>
                  </a:cubicBezTo>
                  <a:cubicBezTo>
                    <a:pt x="2109963" y="3662538"/>
                    <a:pt x="2096722" y="3693537"/>
                    <a:pt x="2133600" y="3564466"/>
                  </a:cubicBezTo>
                  <a:cubicBezTo>
                    <a:pt x="2148833" y="3511152"/>
                    <a:pt x="2161822" y="3457222"/>
                    <a:pt x="2175933" y="3403600"/>
                  </a:cubicBezTo>
                  <a:cubicBezTo>
                    <a:pt x="2181577" y="3330222"/>
                    <a:pt x="2188275" y="3256917"/>
                    <a:pt x="2192866" y="3183466"/>
                  </a:cubicBezTo>
                  <a:cubicBezTo>
                    <a:pt x="2196743" y="3121434"/>
                    <a:pt x="2193041" y="3058797"/>
                    <a:pt x="2201333" y="2997200"/>
                  </a:cubicBezTo>
                  <a:cubicBezTo>
                    <a:pt x="2224544" y="2824774"/>
                    <a:pt x="2302320" y="2537164"/>
                    <a:pt x="2353733" y="2387600"/>
                  </a:cubicBezTo>
                  <a:cubicBezTo>
                    <a:pt x="2375904" y="2323102"/>
                    <a:pt x="2410178" y="2263422"/>
                    <a:pt x="2438400" y="2201333"/>
                  </a:cubicBezTo>
                  <a:cubicBezTo>
                    <a:pt x="2441222" y="2142066"/>
                    <a:pt x="2437418" y="2082110"/>
                    <a:pt x="2446866" y="2023533"/>
                  </a:cubicBezTo>
                  <a:cubicBezTo>
                    <a:pt x="2451706" y="1993524"/>
                    <a:pt x="2468110" y="1966517"/>
                    <a:pt x="2480733" y="1938866"/>
                  </a:cubicBezTo>
                  <a:cubicBezTo>
                    <a:pt x="2610407" y="1654817"/>
                    <a:pt x="2730733" y="1414055"/>
                    <a:pt x="2887133" y="1134533"/>
                  </a:cubicBezTo>
                  <a:cubicBezTo>
                    <a:pt x="3094704" y="763555"/>
                    <a:pt x="2974074" y="1036092"/>
                    <a:pt x="3048000" y="863600"/>
                  </a:cubicBezTo>
                  <a:cubicBezTo>
                    <a:pt x="2768965" y="677576"/>
                    <a:pt x="3025801" y="829494"/>
                    <a:pt x="2616200" y="668866"/>
                  </a:cubicBezTo>
                  <a:cubicBezTo>
                    <a:pt x="2406788" y="586743"/>
                    <a:pt x="1757777" y="377856"/>
                    <a:pt x="1430866" y="152400"/>
                  </a:cubicBezTo>
                  <a:cubicBezTo>
                    <a:pt x="1398247" y="129904"/>
                    <a:pt x="1344347" y="74347"/>
                    <a:pt x="1312333" y="42333"/>
                  </a:cubicBezTo>
                  <a:lnTo>
                    <a:pt x="1329266" y="508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3DCA2E01-B002-A86A-2B03-40F8F7474893}"/>
              </a:ext>
            </a:extLst>
          </p:cNvPr>
          <p:cNvSpPr txBox="1"/>
          <p:nvPr/>
        </p:nvSpPr>
        <p:spPr>
          <a:xfrm>
            <a:off x="2707329" y="-45489"/>
            <a:ext cx="7109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highlight>
                  <a:srgbClr val="FFFF00"/>
                </a:highlight>
              </a:rPr>
              <a:t>权重依据</a:t>
            </a:r>
            <a:r>
              <a:rPr lang="en-US" altLang="zh-CN" sz="3600" b="1" dirty="0">
                <a:highlight>
                  <a:srgbClr val="FFFF00"/>
                </a:highlight>
              </a:rPr>
              <a:t>——</a:t>
            </a:r>
            <a:r>
              <a:rPr lang="zh-CN" altLang="en-US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因素对图谱的影响力</a:t>
            </a:r>
          </a:p>
        </p:txBody>
      </p:sp>
      <p:sp>
        <p:nvSpPr>
          <p:cNvPr id="39" name="箭头: 下 38">
            <a:extLst>
              <a:ext uri="{FF2B5EF4-FFF2-40B4-BE49-F238E27FC236}">
                <a16:creationId xmlns:a16="http://schemas.microsoft.com/office/drawing/2014/main" id="{DF1F6A5F-7EC7-A2A3-4838-AEA96299EDAA}"/>
              </a:ext>
            </a:extLst>
          </p:cNvPr>
          <p:cNvSpPr/>
          <p:nvPr/>
        </p:nvSpPr>
        <p:spPr>
          <a:xfrm>
            <a:off x="5641244" y="533964"/>
            <a:ext cx="624462" cy="9217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F79E1C16-F6C1-768A-130B-EE051DF2C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813" y="712545"/>
            <a:ext cx="5657342" cy="160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524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0299129-2FCA-4D8C-E2E1-4F211287D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52" y="0"/>
            <a:ext cx="6089357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13665A5-802F-55FC-C1AE-F95D925E8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30835"/>
            <a:ext cx="5562600" cy="6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657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E2FEFCE-DE74-E987-6B0A-A7BAE7FBBD22}"/>
              </a:ext>
            </a:extLst>
          </p:cNvPr>
          <p:cNvSpPr txBox="1"/>
          <p:nvPr/>
        </p:nvSpPr>
        <p:spPr>
          <a:xfrm>
            <a:off x="101246" y="646331"/>
            <a:ext cx="119387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3600" dirty="0"/>
              <a:t>一致性（评价系统 自然语言</a:t>
            </a:r>
            <a:r>
              <a:rPr lang="en-US" altLang="zh-CN" sz="3600" dirty="0"/>
              <a:t>vs</a:t>
            </a:r>
            <a:r>
              <a:rPr lang="zh-CN" altLang="en-US" sz="3600" dirty="0"/>
              <a:t>评审专家）、语义相似度</a:t>
            </a:r>
            <a:endParaRPr lang="en-US" altLang="zh-CN" sz="36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3600" dirty="0"/>
              <a:t>高效性（时间）</a:t>
            </a:r>
            <a:endParaRPr lang="en-US" altLang="zh-CN" sz="36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3600" dirty="0"/>
              <a:t>可读性（</a:t>
            </a:r>
            <a:r>
              <a:rPr lang="zh-CN" altLang="en-US" sz="3600" u="sng" dirty="0"/>
              <a:t>评价系统</a:t>
            </a:r>
            <a:r>
              <a:rPr lang="en-US" altLang="zh-CN" sz="3600" u="sng" dirty="0"/>
              <a:t>vs</a:t>
            </a:r>
            <a:r>
              <a:rPr lang="zh-CN" altLang="en-US" sz="3600" u="sng" dirty="0"/>
              <a:t>评审专家  意见比较 </a:t>
            </a:r>
            <a:r>
              <a:rPr lang="zh-CN" altLang="en-US" sz="3600" dirty="0"/>
              <a:t>错误时态</a:t>
            </a:r>
            <a:r>
              <a:rPr lang="en-US" altLang="zh-CN" sz="3600" dirty="0"/>
              <a:t>25/5000 vs 5/5000</a:t>
            </a:r>
            <a:r>
              <a:rPr lang="zh-CN" altLang="en-US" sz="3600" dirty="0"/>
              <a:t>、语法</a:t>
            </a:r>
            <a:r>
              <a:rPr lang="en-US" altLang="zh-CN" sz="3600" dirty="0"/>
              <a:t>15/5000 vs 10/5000</a:t>
            </a:r>
            <a:r>
              <a:rPr lang="zh-CN" altLang="en-US" sz="3600" dirty="0"/>
              <a:t>、单词拼写</a:t>
            </a:r>
            <a:r>
              <a:rPr lang="en-US" altLang="zh-CN" sz="3600" dirty="0"/>
              <a:t>100/5000 vs 1/5000</a:t>
            </a:r>
            <a:r>
              <a:rPr lang="zh-CN" altLang="en-US" sz="3600" dirty="0"/>
              <a:t>，）</a:t>
            </a:r>
            <a:endParaRPr lang="en-US" altLang="zh-CN" sz="36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3600" dirty="0"/>
              <a:t>全面性（</a:t>
            </a:r>
            <a:r>
              <a:rPr lang="zh-CN" altLang="en-US" sz="3600" u="sng" dirty="0"/>
              <a:t>评价系统 </a:t>
            </a:r>
            <a:r>
              <a:rPr lang="en-US" altLang="zh-CN" sz="3600" u="sng" dirty="0"/>
              <a:t>vs </a:t>
            </a:r>
            <a:r>
              <a:rPr lang="zh-CN" altLang="en-US" sz="3600" u="sng" dirty="0"/>
              <a:t>评审专家</a:t>
            </a:r>
            <a:r>
              <a:rPr lang="zh-CN" altLang="en-US" sz="3600" dirty="0"/>
              <a:t>）</a:t>
            </a:r>
            <a:endParaRPr lang="en-US" altLang="zh-CN" sz="3600" dirty="0"/>
          </a:p>
          <a:p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15C01B-8E16-FAB5-C93F-6E0C22CF8005}"/>
              </a:ext>
            </a:extLst>
          </p:cNvPr>
          <p:cNvSpPr txBox="1"/>
          <p:nvPr/>
        </p:nvSpPr>
        <p:spPr>
          <a:xfrm>
            <a:off x="4172063" y="0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highlight>
                  <a:srgbClr val="FFFF00"/>
                </a:highlight>
              </a:rPr>
              <a:t>评价体系应用的验证</a:t>
            </a:r>
            <a:endParaRPr lang="zh-CN" altLang="en-US" sz="36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F0E1C0-D2F8-0B9F-F6BD-3EDE82C888A0}"/>
              </a:ext>
            </a:extLst>
          </p:cNvPr>
          <p:cNvSpPr/>
          <p:nvPr/>
        </p:nvSpPr>
        <p:spPr>
          <a:xfrm>
            <a:off x="1701800" y="4028070"/>
            <a:ext cx="2667000" cy="1177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0F8D2C-9563-2006-CC65-94A056CD97FB}"/>
              </a:ext>
            </a:extLst>
          </p:cNvPr>
          <p:cNvSpPr/>
          <p:nvPr/>
        </p:nvSpPr>
        <p:spPr>
          <a:xfrm>
            <a:off x="4436534" y="4341482"/>
            <a:ext cx="1409699" cy="17274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E261AA-98C2-49E0-9C4B-006DB7F7766A}"/>
              </a:ext>
            </a:extLst>
          </p:cNvPr>
          <p:cNvSpPr/>
          <p:nvPr/>
        </p:nvSpPr>
        <p:spPr>
          <a:xfrm>
            <a:off x="1701800" y="5262980"/>
            <a:ext cx="2667000" cy="1177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5158CF-8970-6385-6091-44ECC5CAE745}"/>
              </a:ext>
            </a:extLst>
          </p:cNvPr>
          <p:cNvSpPr/>
          <p:nvPr/>
        </p:nvSpPr>
        <p:spPr>
          <a:xfrm>
            <a:off x="7323667" y="3942227"/>
            <a:ext cx="2667000" cy="1177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247BE0-A90A-9C91-99A6-F54D7FB30681}"/>
              </a:ext>
            </a:extLst>
          </p:cNvPr>
          <p:cNvSpPr/>
          <p:nvPr/>
        </p:nvSpPr>
        <p:spPr>
          <a:xfrm>
            <a:off x="7323667" y="5205228"/>
            <a:ext cx="2667000" cy="1177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7487DA-ED1B-2797-0D78-B558EFA4E0DD}"/>
              </a:ext>
            </a:extLst>
          </p:cNvPr>
          <p:cNvSpPr/>
          <p:nvPr/>
        </p:nvSpPr>
        <p:spPr>
          <a:xfrm>
            <a:off x="1701799" y="6497890"/>
            <a:ext cx="8288867" cy="1177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084EF6-F7A5-E039-63E8-C58E8AE9DCA9}"/>
              </a:ext>
            </a:extLst>
          </p:cNvPr>
          <p:cNvSpPr/>
          <p:nvPr/>
        </p:nvSpPr>
        <p:spPr>
          <a:xfrm>
            <a:off x="5882216" y="4339709"/>
            <a:ext cx="1409699" cy="17274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182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09392DA-A978-69C3-6C74-2F84B21C4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89" y="-51207"/>
            <a:ext cx="5890411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72F55C2-A033-56D1-312C-B793DE5AE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484" y="753466"/>
            <a:ext cx="5670515" cy="591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3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74C24E1-D187-BA73-1478-B84F2BF06965}"/>
              </a:ext>
            </a:extLst>
          </p:cNvPr>
          <p:cNvSpPr/>
          <p:nvPr/>
        </p:nvSpPr>
        <p:spPr>
          <a:xfrm>
            <a:off x="287867" y="1126066"/>
            <a:ext cx="3488266" cy="1972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3260F3-7F40-209B-F596-8BF20C084989}"/>
              </a:ext>
            </a:extLst>
          </p:cNvPr>
          <p:cNvSpPr txBox="1"/>
          <p:nvPr/>
        </p:nvSpPr>
        <p:spPr>
          <a:xfrm>
            <a:off x="1134533" y="677333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1950-2020</a:t>
            </a:r>
            <a:r>
              <a:rPr lang="zh-CN" altLang="en-US" dirty="0">
                <a:highlight>
                  <a:srgbClr val="FFFF00"/>
                </a:highlight>
              </a:rPr>
              <a:t>年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70BA6D19-B7C7-7D5A-9F50-C19CFC05154D}"/>
              </a:ext>
            </a:extLst>
          </p:cNvPr>
          <p:cNvSpPr/>
          <p:nvPr/>
        </p:nvSpPr>
        <p:spPr>
          <a:xfrm>
            <a:off x="4131733" y="1634066"/>
            <a:ext cx="1574800" cy="8297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BD4B67-6B50-76AD-359D-3B67E8CA595B}"/>
              </a:ext>
            </a:extLst>
          </p:cNvPr>
          <p:cNvSpPr txBox="1"/>
          <p:nvPr/>
        </p:nvSpPr>
        <p:spPr>
          <a:xfrm>
            <a:off x="5672667" y="1725767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重点</a:t>
            </a:r>
            <a:endParaRPr lang="en-US" altLang="zh-CN" dirty="0"/>
          </a:p>
          <a:p>
            <a:r>
              <a:rPr lang="zh-CN" altLang="en-US" dirty="0"/>
              <a:t>方向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AA1F5700-07F9-77FB-3E68-0253BA2DD355}"/>
              </a:ext>
            </a:extLst>
          </p:cNvPr>
          <p:cNvSpPr/>
          <p:nvPr/>
        </p:nvSpPr>
        <p:spPr>
          <a:xfrm>
            <a:off x="6285132" y="1634066"/>
            <a:ext cx="1405464" cy="8297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118F37-B524-27B5-C09D-035A0FEA814E}"/>
              </a:ext>
            </a:extLst>
          </p:cNvPr>
          <p:cNvSpPr txBox="1"/>
          <p:nvPr/>
        </p:nvSpPr>
        <p:spPr>
          <a:xfrm>
            <a:off x="7699573" y="1864267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2021-2026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45558D-7352-134F-F267-E33D94A15520}"/>
              </a:ext>
            </a:extLst>
          </p:cNvPr>
          <p:cNvSpPr txBox="1"/>
          <p:nvPr/>
        </p:nvSpPr>
        <p:spPr>
          <a:xfrm>
            <a:off x="5235265" y="3098800"/>
            <a:ext cx="69493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预测重点（可若干）  </a:t>
            </a:r>
            <a:r>
              <a:rPr lang="en-US" altLang="zh-CN" sz="2800" dirty="0"/>
              <a:t>&amp;  </a:t>
            </a:r>
            <a:r>
              <a:rPr lang="zh-CN" altLang="en-US" sz="2800" dirty="0"/>
              <a:t>实际重点（少数）</a:t>
            </a:r>
            <a:endParaRPr lang="en-US" altLang="zh-CN" sz="2800" dirty="0"/>
          </a:p>
          <a:p>
            <a:r>
              <a:rPr lang="en-US" altLang="zh-CN" sz="2800" dirty="0"/>
              <a:t>【</a:t>
            </a:r>
            <a:r>
              <a:rPr lang="zh-CN" altLang="en-US" sz="2800" dirty="0"/>
              <a:t>诺贝尔奖</a:t>
            </a:r>
            <a:r>
              <a:rPr lang="en-US" altLang="zh-CN" sz="2800" dirty="0"/>
              <a:t>】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9080928-6AD9-DA4E-9436-775F5416B3EC}"/>
              </a:ext>
            </a:extLst>
          </p:cNvPr>
          <p:cNvSpPr txBox="1"/>
          <p:nvPr/>
        </p:nvSpPr>
        <p:spPr>
          <a:xfrm>
            <a:off x="3423847" y="3283465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highlight>
                  <a:srgbClr val="FFFF00"/>
                </a:highlight>
              </a:rPr>
              <a:t>词云图</a:t>
            </a:r>
          </a:p>
        </p:txBody>
      </p:sp>
    </p:spTree>
    <p:extLst>
      <p:ext uri="{BB962C8B-B14F-4D97-AF65-F5344CB8AC3E}">
        <p14:creationId xmlns:p14="http://schemas.microsoft.com/office/powerpoint/2010/main" val="1089371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F774BB5-DE5C-F7D1-494C-8F48C33F4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79" y="0"/>
            <a:ext cx="5374718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792630-4E06-A6D6-D9DF-548491211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117" y="366712"/>
            <a:ext cx="3981450" cy="612457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7F65F6D-1B5F-55D6-77F4-D3577EDCE4D9}"/>
              </a:ext>
            </a:extLst>
          </p:cNvPr>
          <p:cNvSpPr txBox="1"/>
          <p:nvPr/>
        </p:nvSpPr>
        <p:spPr>
          <a:xfrm>
            <a:off x="8534789" y="278931"/>
            <a:ext cx="32624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文章的质和量</a:t>
            </a:r>
            <a:endParaRPr lang="en-US" altLang="zh-CN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质：加入虚假文章噪声</a:t>
            </a:r>
            <a:endParaRPr lang="en-US" altLang="zh-CN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量：不同量级文献分析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1AB74D-168E-1428-6412-F299373CEAC9}"/>
              </a:ext>
            </a:extLst>
          </p:cNvPr>
          <p:cNvSpPr txBox="1"/>
          <p:nvPr/>
        </p:nvSpPr>
        <p:spPr>
          <a:xfrm>
            <a:off x="8052187" y="1955331"/>
            <a:ext cx="367440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时间</a:t>
            </a:r>
            <a:r>
              <a:rPr lang="en-US" altLang="zh-CN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&amp;</a:t>
            </a: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产量</a:t>
            </a:r>
            <a:r>
              <a:rPr lang="en-US" altLang="zh-CN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单位时间产能</a:t>
            </a:r>
            <a:endParaRPr lang="en-US" altLang="zh-CN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窗口：最佳时间间隔</a:t>
            </a:r>
            <a:endParaRPr lang="en-US" altLang="zh-CN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en-US" altLang="zh-CN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大概确认时间</a:t>
            </a:r>
            <a:endParaRPr lang="en-US" altLang="zh-CN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1A59B3-4538-3C4F-92F2-6ED545DD3F3B}"/>
              </a:ext>
            </a:extLst>
          </p:cNvPr>
          <p:cNvSpPr/>
          <p:nvPr/>
        </p:nvSpPr>
        <p:spPr>
          <a:xfrm>
            <a:off x="5122333" y="406400"/>
            <a:ext cx="2785534" cy="20066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18F6B1-2878-689A-AEA4-5C5866D114A8}"/>
              </a:ext>
            </a:extLst>
          </p:cNvPr>
          <p:cNvSpPr txBox="1"/>
          <p:nvPr/>
        </p:nvSpPr>
        <p:spPr>
          <a:xfrm>
            <a:off x="4830440" y="259504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highlight>
                  <a:srgbClr val="FFFF00"/>
                </a:highlight>
              </a:rPr>
              <a:t>局限性探讨</a:t>
            </a:r>
          </a:p>
        </p:txBody>
      </p:sp>
    </p:spTree>
    <p:extLst>
      <p:ext uri="{BB962C8B-B14F-4D97-AF65-F5344CB8AC3E}">
        <p14:creationId xmlns:p14="http://schemas.microsoft.com/office/powerpoint/2010/main" val="2683795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1AC791C-5E09-4A38-F048-E07AF7434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37" y="504825"/>
            <a:ext cx="7477125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43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5B89E0C-AD5F-56CC-3409-88D713436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458" y="1158238"/>
            <a:ext cx="9023423" cy="531571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BB6C55D-C72C-424E-9783-A346FD1AF6DC}"/>
              </a:ext>
            </a:extLst>
          </p:cNvPr>
          <p:cNvSpPr txBox="1"/>
          <p:nvPr/>
        </p:nvSpPr>
        <p:spPr>
          <a:xfrm>
            <a:off x="116119" y="633825"/>
            <a:ext cx="3916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Fig 1</a:t>
            </a:r>
            <a:r>
              <a:rPr lang="zh-CN" altLang="en-US" sz="2000" b="1" dirty="0">
                <a:solidFill>
                  <a:srgbClr val="FF0000"/>
                </a:solidFill>
              </a:rPr>
              <a:t>提出创新扰动概念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zh-CN" altLang="en-US" sz="2000" b="1" dirty="0">
                <a:solidFill>
                  <a:srgbClr val="FF0000"/>
                </a:solidFill>
              </a:rPr>
              <a:t>（发文章 诱发 知识图谱的改变）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EFA2F0-B9E3-6FD4-F0B5-933F9177B2A5}"/>
              </a:ext>
            </a:extLst>
          </p:cNvPr>
          <p:cNvSpPr txBox="1"/>
          <p:nvPr/>
        </p:nvSpPr>
        <p:spPr>
          <a:xfrm>
            <a:off x="116119" y="1364209"/>
            <a:ext cx="25426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Fig 2</a:t>
            </a:r>
            <a:r>
              <a:rPr lang="zh-CN" altLang="en-US" sz="2000" b="1" dirty="0">
                <a:solidFill>
                  <a:srgbClr val="FF0000"/>
                </a:solidFill>
              </a:rPr>
              <a:t>提出扰动的参数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zh-CN" altLang="en-US" sz="2000" b="1" dirty="0">
                <a:solidFill>
                  <a:srgbClr val="FF0000"/>
                </a:solidFill>
              </a:rPr>
              <a:t>（总结参数）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40B718-1626-DC49-06F8-71D8440E2C89}"/>
              </a:ext>
            </a:extLst>
          </p:cNvPr>
          <p:cNvSpPr txBox="1"/>
          <p:nvPr/>
        </p:nvSpPr>
        <p:spPr>
          <a:xfrm>
            <a:off x="116119" y="2111496"/>
            <a:ext cx="3106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Fig 3</a:t>
            </a:r>
            <a:r>
              <a:rPr lang="zh-CN" altLang="en-US" sz="2000" b="1" dirty="0">
                <a:solidFill>
                  <a:srgbClr val="FF0000"/>
                </a:solidFill>
              </a:rPr>
              <a:t>科研</a:t>
            </a:r>
            <a:r>
              <a:rPr lang="en-US" altLang="zh-CN" sz="2000" b="1" dirty="0">
                <a:solidFill>
                  <a:srgbClr val="FF0000"/>
                </a:solidFill>
              </a:rPr>
              <a:t>IDEA</a:t>
            </a:r>
            <a:r>
              <a:rPr lang="zh-CN" altLang="en-US" sz="2000" b="1" dirty="0">
                <a:solidFill>
                  <a:srgbClr val="FF0000"/>
                </a:solidFill>
              </a:rPr>
              <a:t>的参数比较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989EE8-2F57-8BD3-F895-D0C6BC306BCA}"/>
              </a:ext>
            </a:extLst>
          </p:cNvPr>
          <p:cNvSpPr txBox="1"/>
          <p:nvPr/>
        </p:nvSpPr>
        <p:spPr>
          <a:xfrm>
            <a:off x="116119" y="2511606"/>
            <a:ext cx="30556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Fig 4</a:t>
            </a:r>
            <a:r>
              <a:rPr lang="zh-CN" altLang="en-US" sz="2000" b="1" dirty="0">
                <a:solidFill>
                  <a:srgbClr val="FF0000"/>
                </a:solidFill>
              </a:rPr>
              <a:t>基于扰动参数的评价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zh-CN" altLang="en-US" sz="2000" b="1" dirty="0">
                <a:solidFill>
                  <a:srgbClr val="FF0000"/>
                </a:solidFill>
              </a:rPr>
              <a:t>和既往人工评价比较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857C8A-FA13-44A0-8BB0-E48B4EED68CB}"/>
              </a:ext>
            </a:extLst>
          </p:cNvPr>
          <p:cNvSpPr txBox="1"/>
          <p:nvPr/>
        </p:nvSpPr>
        <p:spPr>
          <a:xfrm>
            <a:off x="116119" y="3214826"/>
            <a:ext cx="33121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Fig 5</a:t>
            </a:r>
            <a:r>
              <a:rPr lang="zh-CN" altLang="en-US" sz="2000" b="1" dirty="0">
                <a:solidFill>
                  <a:srgbClr val="FF0000"/>
                </a:solidFill>
              </a:rPr>
              <a:t>预测焦点以及关键创新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zh-CN" altLang="en-US" sz="2000" b="1" dirty="0">
                <a:solidFill>
                  <a:srgbClr val="FF0000"/>
                </a:solidFill>
              </a:rPr>
              <a:t>（基于现有知识图谱分析）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9E210C-FF3D-8A86-D00E-A3FC69C0ABD6}"/>
              </a:ext>
            </a:extLst>
          </p:cNvPr>
          <p:cNvSpPr txBox="1"/>
          <p:nvPr/>
        </p:nvSpPr>
        <p:spPr>
          <a:xfrm>
            <a:off x="127179" y="3875355"/>
            <a:ext cx="311816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Fig 6</a:t>
            </a:r>
            <a:r>
              <a:rPr lang="zh-CN" altLang="en-US" sz="2000" b="1" dirty="0">
                <a:solidFill>
                  <a:srgbClr val="FF0000"/>
                </a:solidFill>
              </a:rPr>
              <a:t>可重复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en-US" altLang="zh-CN" sz="2000" b="1" dirty="0">
                <a:solidFill>
                  <a:srgbClr val="FF0000"/>
                </a:solidFill>
              </a:rPr>
              <a:t>Fig 7 </a:t>
            </a:r>
            <a:r>
              <a:rPr lang="zh-CN" altLang="en-US" sz="2000" b="1" dirty="0">
                <a:solidFill>
                  <a:srgbClr val="FF0000"/>
                </a:solidFill>
              </a:rPr>
              <a:t>出版社创新贡献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en-US" altLang="zh-CN" sz="2000" b="1" dirty="0">
                <a:solidFill>
                  <a:srgbClr val="FF0000"/>
                </a:solidFill>
              </a:rPr>
              <a:t>Fig 8 </a:t>
            </a:r>
            <a:r>
              <a:rPr lang="zh-CN" altLang="en-US" sz="2000" b="1" dirty="0">
                <a:solidFill>
                  <a:srgbClr val="FF0000"/>
                </a:solidFill>
              </a:rPr>
              <a:t>智能体构建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en-US" altLang="zh-CN" sz="2000" b="1" dirty="0">
                <a:solidFill>
                  <a:srgbClr val="FF0000"/>
                </a:solidFill>
              </a:rPr>
              <a:t>Fig 9 </a:t>
            </a:r>
            <a:r>
              <a:rPr lang="zh-CN" altLang="en-US" sz="2000" b="1" dirty="0">
                <a:solidFill>
                  <a:srgbClr val="FF0000"/>
                </a:solidFill>
              </a:rPr>
              <a:t>运行案例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en-US" altLang="zh-CN" sz="2000" b="1" dirty="0">
                <a:solidFill>
                  <a:srgbClr val="FF0000"/>
                </a:solidFill>
              </a:rPr>
              <a:t>Fig 10 </a:t>
            </a:r>
            <a:r>
              <a:rPr lang="zh-CN" altLang="en-US" sz="2000" b="1" dirty="0">
                <a:solidFill>
                  <a:srgbClr val="FF0000"/>
                </a:solidFill>
              </a:rPr>
              <a:t>模块消融</a:t>
            </a:r>
            <a:r>
              <a:rPr lang="en-US" altLang="zh-CN" sz="2000" b="1" dirty="0">
                <a:solidFill>
                  <a:srgbClr val="FF0000"/>
                </a:solidFill>
              </a:rPr>
              <a:t>/</a:t>
            </a:r>
            <a:r>
              <a:rPr lang="zh-CN" altLang="en-US" sz="2000" b="1" dirty="0">
                <a:solidFill>
                  <a:srgbClr val="FF0000"/>
                </a:solidFill>
              </a:rPr>
              <a:t>强化试验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E1B983-7A79-E352-8118-9C05E80B1D51}"/>
              </a:ext>
            </a:extLst>
          </p:cNvPr>
          <p:cNvSpPr txBox="1"/>
          <p:nvPr/>
        </p:nvSpPr>
        <p:spPr>
          <a:xfrm>
            <a:off x="1806317" y="5639570"/>
            <a:ext cx="1159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Nature</a:t>
            </a:r>
          </a:p>
          <a:p>
            <a:r>
              <a:rPr lang="en-US" altLang="zh-CN" dirty="0" err="1"/>
              <a:t>DeepRare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F81113-4BC5-07CA-3B22-0F5D9F4CD5DA}"/>
              </a:ext>
            </a:extLst>
          </p:cNvPr>
          <p:cNvSpPr txBox="1"/>
          <p:nvPr/>
        </p:nvSpPr>
        <p:spPr>
          <a:xfrm>
            <a:off x="499532" y="6418900"/>
            <a:ext cx="7933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+mj-ea"/>
                <a:ea typeface="+mj-ea"/>
                <a:cs typeface="Arial" panose="020B0604020202020204" pitchFamily="34" charset="0"/>
                <a:sym typeface="+mn-ea"/>
              </a:rPr>
              <a:t>An agentic system for rare disease diagnosis with traceable reasoning </a:t>
            </a:r>
            <a:r>
              <a:rPr lang="zh-CN" altLang="en-US" sz="1800" b="1" dirty="0">
                <a:latin typeface="+mj-ea"/>
                <a:ea typeface="+mj-ea"/>
                <a:cs typeface="Arial" panose="020B0604020202020204" pitchFamily="34" charset="0"/>
                <a:sym typeface="+mn-ea"/>
              </a:rPr>
              <a:t>刘莼讲</a:t>
            </a:r>
            <a:endParaRPr lang="en-US" altLang="zh-CN" sz="1800" b="1" dirty="0">
              <a:latin typeface="+mj-ea"/>
              <a:ea typeface="+mj-ea"/>
              <a:cs typeface="Arial" panose="020B0604020202020204" pitchFamily="34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14537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D2F98E5-B42E-3F00-C714-BDB040FD6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1471612"/>
            <a:ext cx="954405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860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1891</TotalTime>
  <Words>450</Words>
  <Application>Microsoft Office PowerPoint</Application>
  <PresentationFormat>宽屏</PresentationFormat>
  <Paragraphs>172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Arial</vt:lpstr>
      <vt:lpstr>Wingdings</vt:lpstr>
      <vt:lpstr>Office 主题​​</vt:lpstr>
      <vt:lpstr>Science of science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Chao Zhang</dc:creator>
  <cp:lastModifiedBy>Chao Zhang</cp:lastModifiedBy>
  <cp:revision>46</cp:revision>
  <dcterms:created xsi:type="dcterms:W3CDTF">2026-03-15T09:02:02Z</dcterms:created>
  <dcterms:modified xsi:type="dcterms:W3CDTF">2026-05-05T16:03:37Z</dcterms:modified>
</cp:coreProperties>
</file>